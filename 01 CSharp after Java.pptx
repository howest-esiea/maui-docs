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7"/>
  </p:notesMasterIdLst>
  <p:handoutMasterIdLst>
    <p:handoutMasterId r:id="rId48"/>
  </p:handoutMasterIdLst>
  <p:sldIdLst>
    <p:sldId id="256" r:id="rId5"/>
    <p:sldId id="297" r:id="rId6"/>
    <p:sldId id="287" r:id="rId7"/>
    <p:sldId id="282" r:id="rId8"/>
    <p:sldId id="258" r:id="rId9"/>
    <p:sldId id="260" r:id="rId10"/>
    <p:sldId id="259" r:id="rId11"/>
    <p:sldId id="261" r:id="rId12"/>
    <p:sldId id="262" r:id="rId13"/>
    <p:sldId id="298" r:id="rId14"/>
    <p:sldId id="299" r:id="rId15"/>
    <p:sldId id="300" r:id="rId16"/>
    <p:sldId id="264" r:id="rId17"/>
    <p:sldId id="265" r:id="rId18"/>
    <p:sldId id="266" r:id="rId19"/>
    <p:sldId id="267" r:id="rId20"/>
    <p:sldId id="288" r:id="rId21"/>
    <p:sldId id="304" r:id="rId22"/>
    <p:sldId id="268" r:id="rId23"/>
    <p:sldId id="269" r:id="rId24"/>
    <p:sldId id="270" r:id="rId25"/>
    <p:sldId id="271" r:id="rId26"/>
    <p:sldId id="272" r:id="rId27"/>
    <p:sldId id="274" r:id="rId28"/>
    <p:sldId id="273" r:id="rId29"/>
    <p:sldId id="275" r:id="rId30"/>
    <p:sldId id="276" r:id="rId31"/>
    <p:sldId id="293" r:id="rId32"/>
    <p:sldId id="278" r:id="rId33"/>
    <p:sldId id="295" r:id="rId34"/>
    <p:sldId id="289" r:id="rId35"/>
    <p:sldId id="291" r:id="rId36"/>
    <p:sldId id="292" r:id="rId37"/>
    <p:sldId id="290" r:id="rId38"/>
    <p:sldId id="294" r:id="rId39"/>
    <p:sldId id="285" r:id="rId40"/>
    <p:sldId id="286" r:id="rId41"/>
    <p:sldId id="284" r:id="rId42"/>
    <p:sldId id="296" r:id="rId43"/>
    <p:sldId id="301" r:id="rId44"/>
    <p:sldId id="302" r:id="rId45"/>
    <p:sldId id="303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le mogelijke indelingen" id="{16553790-313C-42C6-876B-DF6254F89C8A}">
          <p14:sldIdLst>
            <p14:sldId id="256"/>
            <p14:sldId id="297"/>
            <p14:sldId id="287"/>
            <p14:sldId id="282"/>
            <p14:sldId id="258"/>
            <p14:sldId id="260"/>
            <p14:sldId id="259"/>
            <p14:sldId id="261"/>
            <p14:sldId id="262"/>
            <p14:sldId id="298"/>
            <p14:sldId id="299"/>
            <p14:sldId id="300"/>
            <p14:sldId id="264"/>
            <p14:sldId id="265"/>
            <p14:sldId id="266"/>
            <p14:sldId id="267"/>
            <p14:sldId id="288"/>
            <p14:sldId id="304"/>
            <p14:sldId id="268"/>
            <p14:sldId id="269"/>
            <p14:sldId id="270"/>
            <p14:sldId id="271"/>
            <p14:sldId id="272"/>
            <p14:sldId id="274"/>
            <p14:sldId id="273"/>
            <p14:sldId id="275"/>
            <p14:sldId id="276"/>
            <p14:sldId id="293"/>
            <p14:sldId id="278"/>
            <p14:sldId id="295"/>
            <p14:sldId id="289"/>
            <p14:sldId id="291"/>
            <p14:sldId id="292"/>
            <p14:sldId id="290"/>
            <p14:sldId id="294"/>
            <p14:sldId id="285"/>
            <p14:sldId id="286"/>
            <p14:sldId id="284"/>
            <p14:sldId id="296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ursen Hanne" initials="VH" lastIdx="3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90F577-BFE6-4C29-94C0-8095C2ECFDEE}" v="6" dt="2025-02-10T10:15:15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17" autoAdjust="0"/>
    <p:restoredTop sz="94637"/>
  </p:normalViewPr>
  <p:slideViewPr>
    <p:cSldViewPr snapToGrid="0" snapToObjects="1">
      <p:cViewPr varScale="1">
        <p:scale>
          <a:sx n="101" d="100"/>
          <a:sy n="101" d="100"/>
        </p:scale>
        <p:origin x="23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" userId="9a51c857-61aa-43bc-852c-f8c91b126046" providerId="ADAL" clId="{D938DEAD-16BD-4B7E-AB5D-2BF049DA3F37}"/>
    <pc:docChg chg="undo custSel addSld modSld sldOrd">
      <pc:chgData name="Olivier" userId="9a51c857-61aa-43bc-852c-f8c91b126046" providerId="ADAL" clId="{D938DEAD-16BD-4B7E-AB5D-2BF049DA3F37}" dt="2021-02-11T13:04:11.332" v="495" actId="1036"/>
      <pc:docMkLst>
        <pc:docMk/>
      </pc:docMkLst>
      <pc:sldChg chg="addSp modSp mod">
        <pc:chgData name="Olivier" userId="9a51c857-61aa-43bc-852c-f8c91b126046" providerId="ADAL" clId="{D938DEAD-16BD-4B7E-AB5D-2BF049DA3F37}" dt="2021-02-01T10:14:45.071" v="30" actId="1076"/>
        <pc:sldMkLst>
          <pc:docMk/>
          <pc:sldMk cId="1601244486" sldId="258"/>
        </pc:sldMkLst>
      </pc:sldChg>
      <pc:sldChg chg="modSp mod">
        <pc:chgData name="Olivier" userId="9a51c857-61aa-43bc-852c-f8c91b126046" providerId="ADAL" clId="{D938DEAD-16BD-4B7E-AB5D-2BF049DA3F37}" dt="2021-02-11T12:34:11.479" v="494" actId="20577"/>
        <pc:sldMkLst>
          <pc:docMk/>
          <pc:sldMk cId="1406426018" sldId="264"/>
        </pc:sldMkLst>
      </pc:sldChg>
      <pc:sldChg chg="modSp mod">
        <pc:chgData name="Olivier" userId="9a51c857-61aa-43bc-852c-f8c91b126046" providerId="ADAL" clId="{D938DEAD-16BD-4B7E-AB5D-2BF049DA3F37}" dt="2021-02-11T13:04:11.332" v="495" actId="1036"/>
        <pc:sldMkLst>
          <pc:docMk/>
          <pc:sldMk cId="2030673434" sldId="269"/>
        </pc:sldMkLst>
      </pc:sldChg>
      <pc:sldChg chg="modSp">
        <pc:chgData name="Olivier" userId="9a51c857-61aa-43bc-852c-f8c91b126046" providerId="ADAL" clId="{D938DEAD-16BD-4B7E-AB5D-2BF049DA3F37}" dt="2021-01-19T18:29:55.049" v="0" actId="207"/>
        <pc:sldMkLst>
          <pc:docMk/>
          <pc:sldMk cId="1789888510" sldId="276"/>
        </pc:sldMkLst>
      </pc:sldChg>
      <pc:sldChg chg="addSp modSp">
        <pc:chgData name="Olivier" userId="9a51c857-61aa-43bc-852c-f8c91b126046" providerId="ADAL" clId="{D938DEAD-16BD-4B7E-AB5D-2BF049DA3F37}" dt="2021-01-19T18:31:46.060" v="2" actId="207"/>
        <pc:sldMkLst>
          <pc:docMk/>
          <pc:sldMk cId="361719835" sldId="278"/>
        </pc:sldMkLst>
      </pc:sldChg>
      <pc:sldChg chg="modSp mod modCm">
        <pc:chgData name="Olivier" userId="9a51c857-61aa-43bc-852c-f8c91b126046" providerId="ADAL" clId="{D938DEAD-16BD-4B7E-AB5D-2BF049DA3F37}" dt="2021-02-07T18:17:00.676" v="479" actId="20577"/>
        <pc:sldMkLst>
          <pc:docMk/>
          <pc:sldMk cId="323262262" sldId="281"/>
        </pc:sldMkLst>
      </pc:sldChg>
      <pc:sldChg chg="modSp mod">
        <pc:chgData name="Olivier" userId="9a51c857-61aa-43bc-852c-f8c91b126046" providerId="ADAL" clId="{D938DEAD-16BD-4B7E-AB5D-2BF049DA3F37}" dt="2021-02-07T17:59:08.558" v="471" actId="20577"/>
        <pc:sldMkLst>
          <pc:docMk/>
          <pc:sldMk cId="783110837" sldId="287"/>
        </pc:sldMkLst>
      </pc:sldChg>
      <pc:sldChg chg="addSp modSp">
        <pc:chgData name="Olivier" userId="9a51c857-61aa-43bc-852c-f8c91b126046" providerId="ADAL" clId="{D938DEAD-16BD-4B7E-AB5D-2BF049DA3F37}" dt="2021-01-19T18:57:55.415" v="8"/>
        <pc:sldMkLst>
          <pc:docMk/>
          <pc:sldMk cId="2281559476" sldId="291"/>
        </pc:sldMkLst>
      </pc:sldChg>
      <pc:sldChg chg="ord">
        <pc:chgData name="Olivier" userId="9a51c857-61aa-43bc-852c-f8c91b126046" providerId="ADAL" clId="{D938DEAD-16BD-4B7E-AB5D-2BF049DA3F37}" dt="2021-01-21T17:35:35.966" v="12"/>
        <pc:sldMkLst>
          <pc:docMk/>
          <pc:sldMk cId="945629277" sldId="293"/>
        </pc:sldMkLst>
      </pc:sldChg>
      <pc:sldChg chg="addSp delSp modSp add mod ord">
        <pc:chgData name="Olivier" userId="9a51c857-61aa-43bc-852c-f8c91b126046" providerId="ADAL" clId="{D938DEAD-16BD-4B7E-AB5D-2BF049DA3F37}" dt="2021-01-21T17:36:08.327" v="21" actId="14100"/>
        <pc:sldMkLst>
          <pc:docMk/>
          <pc:sldMk cId="4153019014" sldId="295"/>
        </pc:sldMkLst>
      </pc:sldChg>
      <pc:sldChg chg="addSp delSp modSp add mod ord">
        <pc:chgData name="Olivier" userId="9a51c857-61aa-43bc-852c-f8c91b126046" providerId="ADAL" clId="{D938DEAD-16BD-4B7E-AB5D-2BF049DA3F37}" dt="2021-02-02T10:20:44.017" v="351" actId="20577"/>
        <pc:sldMkLst>
          <pc:docMk/>
          <pc:sldMk cId="2681247651" sldId="296"/>
        </pc:sldMkLst>
      </pc:sldChg>
    </pc:docChg>
  </pc:docChgLst>
  <pc:docChgLst>
    <pc:chgData name="Sourie Olivier" userId="9a51c857-61aa-43bc-852c-f8c91b126046" providerId="ADAL" clId="{A4E3517A-D158-41AB-A37B-620652F571F2}"/>
    <pc:docChg chg="undo redo custSel addSld modSld sldOrd modSection">
      <pc:chgData name="Sourie Olivier" userId="9a51c857-61aa-43bc-852c-f8c91b126046" providerId="ADAL" clId="{A4E3517A-D158-41AB-A37B-620652F571F2}" dt="2024-02-11T19:20:27.666" v="264" actId="20577"/>
      <pc:docMkLst>
        <pc:docMk/>
      </pc:docMkLst>
      <pc:sldChg chg="modSp mod">
        <pc:chgData name="Sourie Olivier" userId="9a51c857-61aa-43bc-852c-f8c91b126046" providerId="ADAL" clId="{A4E3517A-D158-41AB-A37B-620652F571F2}" dt="2024-02-08T18:50:28.981" v="8" actId="1076"/>
        <pc:sldMkLst>
          <pc:docMk/>
          <pc:sldMk cId="1669876720" sldId="256"/>
        </pc:sldMkLst>
      </pc:sldChg>
      <pc:sldChg chg="modSp mod">
        <pc:chgData name="Sourie Olivier" userId="9a51c857-61aa-43bc-852c-f8c91b126046" providerId="ADAL" clId="{A4E3517A-D158-41AB-A37B-620652F571F2}" dt="2024-02-09T16:28:55.091" v="28" actId="20577"/>
        <pc:sldMkLst>
          <pc:docMk/>
          <pc:sldMk cId="1601244486" sldId="258"/>
        </pc:sldMkLst>
      </pc:sldChg>
      <pc:sldChg chg="delSp modSp mod">
        <pc:chgData name="Sourie Olivier" userId="9a51c857-61aa-43bc-852c-f8c91b126046" providerId="ADAL" clId="{A4E3517A-D158-41AB-A37B-620652F571F2}" dt="2024-02-11T19:01:50.206" v="196" actId="478"/>
        <pc:sldMkLst>
          <pc:docMk/>
          <pc:sldMk cId="125652696" sldId="267"/>
        </pc:sldMkLst>
      </pc:sldChg>
      <pc:sldChg chg="modSp mod">
        <pc:chgData name="Sourie Olivier" userId="9a51c857-61aa-43bc-852c-f8c91b126046" providerId="ADAL" clId="{A4E3517A-D158-41AB-A37B-620652F571F2}" dt="2024-02-11T19:20:27.666" v="264" actId="20577"/>
        <pc:sldMkLst>
          <pc:docMk/>
          <pc:sldMk cId="783110837" sldId="287"/>
        </pc:sldMkLst>
      </pc:sldChg>
      <pc:sldChg chg="modSp mod">
        <pc:chgData name="Sourie Olivier" userId="9a51c857-61aa-43bc-852c-f8c91b126046" providerId="ADAL" clId="{A4E3517A-D158-41AB-A37B-620652F571F2}" dt="2024-02-08T18:52:08.752" v="14" actId="20577"/>
        <pc:sldMkLst>
          <pc:docMk/>
          <pc:sldMk cId="3149222525" sldId="298"/>
        </pc:sldMkLst>
      </pc:sldChg>
      <pc:sldChg chg="modSp mod">
        <pc:chgData name="Sourie Olivier" userId="9a51c857-61aa-43bc-852c-f8c91b126046" providerId="ADAL" clId="{A4E3517A-D158-41AB-A37B-620652F571F2}" dt="2024-02-08T18:52:21.892" v="16" actId="20577"/>
        <pc:sldMkLst>
          <pc:docMk/>
          <pc:sldMk cId="3751053574" sldId="299"/>
        </pc:sldMkLst>
      </pc:sldChg>
      <pc:sldChg chg="modSp mod">
        <pc:chgData name="Sourie Olivier" userId="9a51c857-61aa-43bc-852c-f8c91b126046" providerId="ADAL" clId="{A4E3517A-D158-41AB-A37B-620652F571F2}" dt="2024-02-08T18:52:31.165" v="18" actId="20577"/>
        <pc:sldMkLst>
          <pc:docMk/>
          <pc:sldMk cId="3348647127" sldId="300"/>
        </pc:sldMkLst>
      </pc:sldChg>
      <pc:sldChg chg="addSp delSp modSp add mod ord">
        <pc:chgData name="Sourie Olivier" userId="9a51c857-61aa-43bc-852c-f8c91b126046" providerId="ADAL" clId="{A4E3517A-D158-41AB-A37B-620652F571F2}" dt="2024-02-11T19:20:10.270" v="243"/>
        <pc:sldMkLst>
          <pc:docMk/>
          <pc:sldMk cId="3385934471" sldId="304"/>
        </pc:sldMkLst>
      </pc:sldChg>
    </pc:docChg>
  </pc:docChgLst>
  <pc:docChgLst>
    <pc:chgData name="Sourie Olivier" userId="9a51c857-61aa-43bc-852c-f8c91b126046" providerId="ADAL" clId="{AF4D3F05-B87C-4ECA-A4BA-FF0857F72753}"/>
    <pc:docChg chg="custSel modSld">
      <pc:chgData name="Sourie Olivier" userId="9a51c857-61aa-43bc-852c-f8c91b126046" providerId="ADAL" clId="{AF4D3F05-B87C-4ECA-A4BA-FF0857F72753}" dt="2019-02-09T14:18:53.248" v="106" actId="20577"/>
      <pc:docMkLst>
        <pc:docMk/>
      </pc:docMkLst>
      <pc:sldChg chg="modSp">
        <pc:chgData name="Sourie Olivier" userId="9a51c857-61aa-43bc-852c-f8c91b126046" providerId="ADAL" clId="{AF4D3F05-B87C-4ECA-A4BA-FF0857F72753}" dt="2019-02-09T14:10:39.582" v="4" actId="14100"/>
        <pc:sldMkLst>
          <pc:docMk/>
          <pc:sldMk cId="1408325527" sldId="265"/>
        </pc:sldMkLst>
      </pc:sldChg>
      <pc:sldChg chg="modSp">
        <pc:chgData name="Sourie Olivier" userId="9a51c857-61aa-43bc-852c-f8c91b126046" providerId="ADAL" clId="{AF4D3F05-B87C-4ECA-A4BA-FF0857F72753}" dt="2019-02-09T14:12:23.248" v="85" actId="20577"/>
        <pc:sldMkLst>
          <pc:docMk/>
          <pc:sldMk cId="2127838701" sldId="272"/>
        </pc:sldMkLst>
      </pc:sldChg>
      <pc:sldChg chg="modSp">
        <pc:chgData name="Sourie Olivier" userId="9a51c857-61aa-43bc-852c-f8c91b126046" providerId="ADAL" clId="{AF4D3F05-B87C-4ECA-A4BA-FF0857F72753}" dt="2019-02-09T14:18:53.248" v="106" actId="20577"/>
        <pc:sldMkLst>
          <pc:docMk/>
          <pc:sldMk cId="323262262" sldId="281"/>
        </pc:sldMkLst>
      </pc:sldChg>
    </pc:docChg>
  </pc:docChgLst>
  <pc:docChgLst>
    <pc:chgData name="Sourie Olivier" userId="9a51c857-61aa-43bc-852c-f8c91b126046" providerId="ADAL" clId="{810E13C8-185E-EF47-B484-80DB467E32F6}"/>
    <pc:docChg chg="custSel addSld modSld">
      <pc:chgData name="Sourie Olivier" userId="9a51c857-61aa-43bc-852c-f8c91b126046" providerId="ADAL" clId="{810E13C8-185E-EF47-B484-80DB467E32F6}" dt="2019-02-05T20:11:27.398" v="133" actId="20577"/>
      <pc:docMkLst>
        <pc:docMk/>
      </pc:docMkLst>
      <pc:sldChg chg="modSp">
        <pc:chgData name="Sourie Olivier" userId="9a51c857-61aa-43bc-852c-f8c91b126046" providerId="ADAL" clId="{810E13C8-185E-EF47-B484-80DB467E32F6}" dt="2019-02-05T20:11:27.398" v="133" actId="20577"/>
        <pc:sldMkLst>
          <pc:docMk/>
          <pc:sldMk cId="323262262" sldId="281"/>
        </pc:sldMkLst>
      </pc:sldChg>
    </pc:docChg>
  </pc:docChgLst>
  <pc:docChgLst>
    <pc:chgData name="Sourie Olivier" userId="9a51c857-61aa-43bc-852c-f8c91b126046" providerId="ADAL" clId="{ED820C4B-B9F4-A24F-B8FA-21913D3DE6B9}"/>
    <pc:docChg chg="undo custSel modSld">
      <pc:chgData name="Sourie Olivier" userId="9a51c857-61aa-43bc-852c-f8c91b126046" providerId="ADAL" clId="{ED820C4B-B9F4-A24F-B8FA-21913D3DE6B9}" dt="2019-02-12T09:27:05.971" v="277" actId="20577"/>
      <pc:docMkLst>
        <pc:docMk/>
      </pc:docMkLst>
      <pc:sldChg chg="modSp modTransition modAnim">
        <pc:chgData name="Sourie Olivier" userId="9a51c857-61aa-43bc-852c-f8c91b126046" providerId="ADAL" clId="{ED820C4B-B9F4-A24F-B8FA-21913D3DE6B9}" dt="2019-02-09T11:32:56.973" v="9"/>
        <pc:sldMkLst>
          <pc:docMk/>
          <pc:sldMk cId="2538083712" sldId="257"/>
        </pc:sldMkLst>
      </pc:sldChg>
      <pc:sldChg chg="modSp">
        <pc:chgData name="Sourie Olivier" userId="9a51c857-61aa-43bc-852c-f8c91b126046" providerId="ADAL" clId="{ED820C4B-B9F4-A24F-B8FA-21913D3DE6B9}" dt="2019-02-12T09:22:15.873" v="183" actId="20577"/>
        <pc:sldMkLst>
          <pc:docMk/>
          <pc:sldMk cId="476373966" sldId="259"/>
        </pc:sldMkLst>
      </pc:sldChg>
      <pc:sldChg chg="modSp">
        <pc:chgData name="Sourie Olivier" userId="9a51c857-61aa-43bc-852c-f8c91b126046" providerId="ADAL" clId="{ED820C4B-B9F4-A24F-B8FA-21913D3DE6B9}" dt="2019-02-12T09:22:20.374" v="185" actId="20577"/>
        <pc:sldMkLst>
          <pc:docMk/>
          <pc:sldMk cId="682234031" sldId="261"/>
        </pc:sldMkLst>
      </pc:sldChg>
      <pc:sldChg chg="modSp">
        <pc:chgData name="Sourie Olivier" userId="9a51c857-61aa-43bc-852c-f8c91b126046" providerId="ADAL" clId="{ED820C4B-B9F4-A24F-B8FA-21913D3DE6B9}" dt="2019-02-12T09:22:37.378" v="194" actId="20577"/>
        <pc:sldMkLst>
          <pc:docMk/>
          <pc:sldMk cId="1345922195" sldId="262"/>
        </pc:sldMkLst>
      </pc:sldChg>
      <pc:sldChg chg="modSp">
        <pc:chgData name="Sourie Olivier" userId="9a51c857-61aa-43bc-852c-f8c91b126046" providerId="ADAL" clId="{ED820C4B-B9F4-A24F-B8FA-21913D3DE6B9}" dt="2019-02-12T09:22:58.157" v="198" actId="20577"/>
        <pc:sldMkLst>
          <pc:docMk/>
          <pc:sldMk cId="1406426018" sldId="264"/>
        </pc:sldMkLst>
      </pc:sldChg>
      <pc:sldChg chg="modSp">
        <pc:chgData name="Sourie Olivier" userId="9a51c857-61aa-43bc-852c-f8c91b126046" providerId="ADAL" clId="{ED820C4B-B9F4-A24F-B8FA-21913D3DE6B9}" dt="2019-02-12T09:23:21.614" v="211" actId="20577"/>
        <pc:sldMkLst>
          <pc:docMk/>
          <pc:sldMk cId="731669344" sldId="266"/>
        </pc:sldMkLst>
      </pc:sldChg>
      <pc:sldChg chg="modSp">
        <pc:chgData name="Sourie Olivier" userId="9a51c857-61aa-43bc-852c-f8c91b126046" providerId="ADAL" clId="{ED820C4B-B9F4-A24F-B8FA-21913D3DE6B9}" dt="2019-02-12T09:23:46.419" v="246" actId="20577"/>
        <pc:sldMkLst>
          <pc:docMk/>
          <pc:sldMk cId="125652696" sldId="267"/>
        </pc:sldMkLst>
      </pc:sldChg>
      <pc:sldChg chg="modSp">
        <pc:chgData name="Sourie Olivier" userId="9a51c857-61aa-43bc-852c-f8c91b126046" providerId="ADAL" clId="{ED820C4B-B9F4-A24F-B8FA-21913D3DE6B9}" dt="2019-02-10T17:25:45.209" v="181" actId="20577"/>
        <pc:sldMkLst>
          <pc:docMk/>
          <pc:sldMk cId="2127838701" sldId="272"/>
        </pc:sldMkLst>
      </pc:sldChg>
      <pc:sldChg chg="modSp">
        <pc:chgData name="Sourie Olivier" userId="9a51c857-61aa-43bc-852c-f8c91b126046" providerId="ADAL" clId="{ED820C4B-B9F4-A24F-B8FA-21913D3DE6B9}" dt="2019-02-12T09:27:05.971" v="277" actId="20577"/>
        <pc:sldMkLst>
          <pc:docMk/>
          <pc:sldMk cId="361719835" sldId="278"/>
        </pc:sldMkLst>
      </pc:sldChg>
      <pc:sldChg chg="modSp">
        <pc:chgData name="Sourie Olivier" userId="9a51c857-61aa-43bc-852c-f8c91b126046" providerId="ADAL" clId="{ED820C4B-B9F4-A24F-B8FA-21913D3DE6B9}" dt="2019-02-12T09:26:47.627" v="257" actId="20577"/>
        <pc:sldMkLst>
          <pc:docMk/>
          <pc:sldMk cId="323262262" sldId="281"/>
        </pc:sldMkLst>
      </pc:sldChg>
      <pc:sldChg chg="modSp">
        <pc:chgData name="Sourie Olivier" userId="9a51c857-61aa-43bc-852c-f8c91b126046" providerId="ADAL" clId="{ED820C4B-B9F4-A24F-B8FA-21913D3DE6B9}" dt="2019-02-12T09:26:51.077" v="262" actId="20577"/>
        <pc:sldMkLst>
          <pc:docMk/>
          <pc:sldMk cId="3211342010" sldId="284"/>
        </pc:sldMkLst>
      </pc:sldChg>
      <pc:sldChg chg="modSp">
        <pc:chgData name="Sourie Olivier" userId="9a51c857-61aa-43bc-852c-f8c91b126046" providerId="ADAL" clId="{ED820C4B-B9F4-A24F-B8FA-21913D3DE6B9}" dt="2019-02-12T09:26:58.171" v="272" actId="20577"/>
        <pc:sldMkLst>
          <pc:docMk/>
          <pc:sldMk cId="819102267" sldId="285"/>
        </pc:sldMkLst>
      </pc:sldChg>
      <pc:sldChg chg="modSp">
        <pc:chgData name="Sourie Olivier" userId="9a51c857-61aa-43bc-852c-f8c91b126046" providerId="ADAL" clId="{ED820C4B-B9F4-A24F-B8FA-21913D3DE6B9}" dt="2019-02-12T09:26:54.245" v="267" actId="20577"/>
        <pc:sldMkLst>
          <pc:docMk/>
          <pc:sldMk cId="650294399" sldId="286"/>
        </pc:sldMkLst>
      </pc:sldChg>
    </pc:docChg>
  </pc:docChgLst>
  <pc:docChgLst>
    <pc:chgData name="Olivier Sourie" userId="9a51c857-61aa-43bc-852c-f8c91b126046" providerId="ADAL" clId="{48F2264E-DDA5-443B-929B-47B8A16A79B5}"/>
    <pc:docChg chg="custSel addSld delSld modSld sldOrd modSection">
      <pc:chgData name="Olivier Sourie" userId="9a51c857-61aa-43bc-852c-f8c91b126046" providerId="ADAL" clId="{48F2264E-DDA5-443B-929B-47B8A16A79B5}" dt="2020-02-07T19:34:55.800" v="618" actId="1076"/>
      <pc:docMkLst>
        <pc:docMk/>
      </pc:docMkLst>
      <pc:sldChg chg="modSp">
        <pc:chgData name="Olivier Sourie" userId="9a51c857-61aa-43bc-852c-f8c91b126046" providerId="ADAL" clId="{48F2264E-DDA5-443B-929B-47B8A16A79B5}" dt="2020-02-07T19:04:02.868" v="145" actId="20577"/>
        <pc:sldMkLst>
          <pc:docMk/>
          <pc:sldMk cId="1669876720" sldId="256"/>
        </pc:sldMkLst>
      </pc:sldChg>
      <pc:sldChg chg="modSp">
        <pc:chgData name="Olivier Sourie" userId="9a51c857-61aa-43bc-852c-f8c91b126046" providerId="ADAL" clId="{48F2264E-DDA5-443B-929B-47B8A16A79B5}" dt="2020-02-07T19:05:01.512" v="150" actId="20577"/>
        <pc:sldMkLst>
          <pc:docMk/>
          <pc:sldMk cId="1408325527" sldId="265"/>
        </pc:sldMkLst>
      </pc:sldChg>
      <pc:sldChg chg="modSp">
        <pc:chgData name="Olivier Sourie" userId="9a51c857-61aa-43bc-852c-f8c91b126046" providerId="ADAL" clId="{48F2264E-DDA5-443B-929B-47B8A16A79B5}" dt="2020-02-07T19:05:32.747" v="168" actId="113"/>
        <pc:sldMkLst>
          <pc:docMk/>
          <pc:sldMk cId="731669344" sldId="266"/>
        </pc:sldMkLst>
      </pc:sldChg>
      <pc:sldChg chg="modSp">
        <pc:chgData name="Olivier Sourie" userId="9a51c857-61aa-43bc-852c-f8c91b126046" providerId="ADAL" clId="{48F2264E-DDA5-443B-929B-47B8A16A79B5}" dt="2020-02-07T19:05:53.325" v="178" actId="20577"/>
        <pc:sldMkLst>
          <pc:docMk/>
          <pc:sldMk cId="125652696" sldId="267"/>
        </pc:sldMkLst>
      </pc:sldChg>
      <pc:sldChg chg="addSp modSp">
        <pc:chgData name="Olivier Sourie" userId="9a51c857-61aa-43bc-852c-f8c91b126046" providerId="ADAL" clId="{48F2264E-DDA5-443B-929B-47B8A16A79B5}" dt="2020-02-07T19:17:48.585" v="388" actId="20577"/>
        <pc:sldMkLst>
          <pc:docMk/>
          <pc:sldMk cId="39625598" sldId="268"/>
        </pc:sldMkLst>
      </pc:sldChg>
      <pc:sldChg chg="modSp">
        <pc:chgData name="Olivier Sourie" userId="9a51c857-61aa-43bc-852c-f8c91b126046" providerId="ADAL" clId="{48F2264E-DDA5-443B-929B-47B8A16A79B5}" dt="2020-02-07T19:17:56.256" v="389"/>
        <pc:sldMkLst>
          <pc:docMk/>
          <pc:sldMk cId="2030673434" sldId="269"/>
        </pc:sldMkLst>
      </pc:sldChg>
      <pc:sldChg chg="modSp">
        <pc:chgData name="Olivier Sourie" userId="9a51c857-61aa-43bc-852c-f8c91b126046" providerId="ADAL" clId="{48F2264E-DDA5-443B-929B-47B8A16A79B5}" dt="2020-02-07T19:19:21.143" v="390"/>
        <pc:sldMkLst>
          <pc:docMk/>
          <pc:sldMk cId="559411970" sldId="270"/>
        </pc:sldMkLst>
      </pc:sldChg>
      <pc:sldChg chg="modSp">
        <pc:chgData name="Olivier Sourie" userId="9a51c857-61aa-43bc-852c-f8c91b126046" providerId="ADAL" clId="{48F2264E-DDA5-443B-929B-47B8A16A79B5}" dt="2020-02-07T19:19:44.763" v="391"/>
        <pc:sldMkLst>
          <pc:docMk/>
          <pc:sldMk cId="1519004567" sldId="271"/>
        </pc:sldMkLst>
      </pc:sldChg>
      <pc:sldChg chg="modSp">
        <pc:chgData name="Olivier Sourie" userId="9a51c857-61aa-43bc-852c-f8c91b126046" providerId="ADAL" clId="{48F2264E-DDA5-443B-929B-47B8A16A79B5}" dt="2020-02-07T19:20:47.061" v="392"/>
        <pc:sldMkLst>
          <pc:docMk/>
          <pc:sldMk cId="2127838701" sldId="272"/>
        </pc:sldMkLst>
      </pc:sldChg>
      <pc:sldChg chg="modSp">
        <pc:chgData name="Olivier Sourie" userId="9a51c857-61aa-43bc-852c-f8c91b126046" providerId="ADAL" clId="{48F2264E-DDA5-443B-929B-47B8A16A79B5}" dt="2020-02-07T19:22:46.709" v="394"/>
        <pc:sldMkLst>
          <pc:docMk/>
          <pc:sldMk cId="1869220946" sldId="273"/>
        </pc:sldMkLst>
      </pc:sldChg>
      <pc:sldChg chg="modSp">
        <pc:chgData name="Olivier Sourie" userId="9a51c857-61aa-43bc-852c-f8c91b126046" providerId="ADAL" clId="{48F2264E-DDA5-443B-929B-47B8A16A79B5}" dt="2020-02-07T19:21:18.028" v="393"/>
        <pc:sldMkLst>
          <pc:docMk/>
          <pc:sldMk cId="1616629885" sldId="274"/>
        </pc:sldMkLst>
      </pc:sldChg>
      <pc:sldChg chg="modSp">
        <pc:chgData name="Olivier Sourie" userId="9a51c857-61aa-43bc-852c-f8c91b126046" providerId="ADAL" clId="{48F2264E-DDA5-443B-929B-47B8A16A79B5}" dt="2020-02-07T19:23:05.544" v="395"/>
        <pc:sldMkLst>
          <pc:docMk/>
          <pc:sldMk cId="1738752439" sldId="275"/>
        </pc:sldMkLst>
      </pc:sldChg>
      <pc:sldChg chg="modSp">
        <pc:chgData name="Olivier Sourie" userId="9a51c857-61aa-43bc-852c-f8c91b126046" providerId="ADAL" clId="{48F2264E-DDA5-443B-929B-47B8A16A79B5}" dt="2020-02-07T19:30:33.681" v="567" actId="20577"/>
        <pc:sldMkLst>
          <pc:docMk/>
          <pc:sldMk cId="361719835" sldId="278"/>
        </pc:sldMkLst>
      </pc:sldChg>
      <pc:sldChg chg="modSp">
        <pc:chgData name="Olivier Sourie" userId="9a51c857-61aa-43bc-852c-f8c91b126046" providerId="ADAL" clId="{48F2264E-DDA5-443B-929B-47B8A16A79B5}" dt="2020-02-07T19:03:09.207" v="131" actId="20577"/>
        <pc:sldMkLst>
          <pc:docMk/>
          <pc:sldMk cId="323262262" sldId="281"/>
        </pc:sldMkLst>
      </pc:sldChg>
      <pc:sldChg chg="addSp delSp modSp add ord">
        <pc:chgData name="Olivier Sourie" userId="9a51c857-61aa-43bc-852c-f8c91b126046" providerId="ADAL" clId="{48F2264E-DDA5-443B-929B-47B8A16A79B5}" dt="2020-02-07T19:27:32.093" v="500" actId="20577"/>
        <pc:sldMkLst>
          <pc:docMk/>
          <pc:sldMk cId="783110837" sldId="287"/>
        </pc:sldMkLst>
      </pc:sldChg>
      <pc:sldChg chg="add del">
        <pc:chgData name="Olivier Sourie" userId="9a51c857-61aa-43bc-852c-f8c91b126046" providerId="ADAL" clId="{48F2264E-DDA5-443B-929B-47B8A16A79B5}" dt="2020-02-07T19:04:09.402" v="146" actId="2696"/>
        <pc:sldMkLst>
          <pc:docMk/>
          <pc:sldMk cId="4006431928" sldId="287"/>
        </pc:sldMkLst>
      </pc:sldChg>
      <pc:sldChg chg="delSp modSp add">
        <pc:chgData name="Olivier Sourie" userId="9a51c857-61aa-43bc-852c-f8c91b126046" providerId="ADAL" clId="{48F2264E-DDA5-443B-929B-47B8A16A79B5}" dt="2020-02-07T19:15:56.074" v="354" actId="478"/>
        <pc:sldMkLst>
          <pc:docMk/>
          <pc:sldMk cId="1114570230" sldId="288"/>
        </pc:sldMkLst>
      </pc:sldChg>
      <pc:sldChg chg="delSp modSp add">
        <pc:chgData name="Olivier Sourie" userId="9a51c857-61aa-43bc-852c-f8c91b126046" providerId="ADAL" clId="{48F2264E-DDA5-443B-929B-47B8A16A79B5}" dt="2020-02-07T19:28:13.173" v="515" actId="20577"/>
        <pc:sldMkLst>
          <pc:docMk/>
          <pc:sldMk cId="639883286" sldId="289"/>
        </pc:sldMkLst>
      </pc:sldChg>
      <pc:sldChg chg="add">
        <pc:chgData name="Olivier Sourie" userId="9a51c857-61aa-43bc-852c-f8c91b126046" providerId="ADAL" clId="{48F2264E-DDA5-443B-929B-47B8A16A79B5}" dt="2020-02-07T19:28:06.659" v="501"/>
        <pc:sldMkLst>
          <pc:docMk/>
          <pc:sldMk cId="3377765291" sldId="290"/>
        </pc:sldMkLst>
      </pc:sldChg>
      <pc:sldChg chg="modSp add">
        <pc:chgData name="Olivier Sourie" userId="9a51c857-61aa-43bc-852c-f8c91b126046" providerId="ADAL" clId="{48F2264E-DDA5-443B-929B-47B8A16A79B5}" dt="2020-02-07T19:28:23.985" v="532" actId="20577"/>
        <pc:sldMkLst>
          <pc:docMk/>
          <pc:sldMk cId="2281559476" sldId="291"/>
        </pc:sldMkLst>
      </pc:sldChg>
      <pc:sldChg chg="modSp add">
        <pc:chgData name="Olivier Sourie" userId="9a51c857-61aa-43bc-852c-f8c91b126046" providerId="ADAL" clId="{48F2264E-DDA5-443B-929B-47B8A16A79B5}" dt="2020-02-07T19:28:47.410" v="554" actId="20577"/>
        <pc:sldMkLst>
          <pc:docMk/>
          <pc:sldMk cId="4157778459" sldId="292"/>
        </pc:sldMkLst>
      </pc:sldChg>
      <pc:sldChg chg="addSp delSp modSp add">
        <pc:chgData name="Olivier Sourie" userId="9a51c857-61aa-43bc-852c-f8c91b126046" providerId="ADAL" clId="{48F2264E-DDA5-443B-929B-47B8A16A79B5}" dt="2020-02-07T19:34:55.800" v="618" actId="1076"/>
        <pc:sldMkLst>
          <pc:docMk/>
          <pc:sldMk cId="945629277" sldId="293"/>
        </pc:sldMkLst>
      </pc:sldChg>
    </pc:docChg>
  </pc:docChgLst>
  <pc:docChgLst>
    <pc:chgData name="Olivier Sourie" userId="9a51c857-61aa-43bc-852c-f8c91b126046" providerId="ADAL" clId="{B7F67E98-388D-4648-B96A-9F07533C71DB}"/>
    <pc:docChg chg="undo custSel addSld delSld modSld sldOrd modSection">
      <pc:chgData name="Olivier Sourie" userId="9a51c857-61aa-43bc-852c-f8c91b126046" providerId="ADAL" clId="{B7F67E98-388D-4648-B96A-9F07533C71DB}" dt="2020-02-10T11:25:45.069" v="639" actId="2696"/>
      <pc:docMkLst>
        <pc:docMk/>
      </pc:docMkLst>
      <pc:sldChg chg="modSp">
        <pc:chgData name="Olivier Sourie" userId="9a51c857-61aa-43bc-852c-f8c91b126046" providerId="ADAL" clId="{B7F67E98-388D-4648-B96A-9F07533C71DB}" dt="2020-02-09T18:07:00.933" v="557" actId="20577"/>
        <pc:sldMkLst>
          <pc:docMk/>
          <pc:sldMk cId="731669344" sldId="266"/>
        </pc:sldMkLst>
      </pc:sldChg>
      <pc:sldChg chg="addSp delSp modSp">
        <pc:chgData name="Olivier Sourie" userId="9a51c857-61aa-43bc-852c-f8c91b126046" providerId="ADAL" clId="{B7F67E98-388D-4648-B96A-9F07533C71DB}" dt="2020-02-08T16:27:19.578" v="61" actId="1076"/>
        <pc:sldMkLst>
          <pc:docMk/>
          <pc:sldMk cId="125652696" sldId="267"/>
        </pc:sldMkLst>
      </pc:sldChg>
      <pc:sldChg chg="modSp">
        <pc:chgData name="Olivier Sourie" userId="9a51c857-61aa-43bc-852c-f8c91b126046" providerId="ADAL" clId="{B7F67E98-388D-4648-B96A-9F07533C71DB}" dt="2020-02-08T16:32:09.285" v="64" actId="1036"/>
        <pc:sldMkLst>
          <pc:docMk/>
          <pc:sldMk cId="1616629885" sldId="274"/>
        </pc:sldMkLst>
      </pc:sldChg>
      <pc:sldChg chg="addSp delSp modSp">
        <pc:chgData name="Olivier Sourie" userId="9a51c857-61aa-43bc-852c-f8c91b126046" providerId="ADAL" clId="{B7F67E98-388D-4648-B96A-9F07533C71DB}" dt="2020-02-08T16:32:35.794" v="69" actId="14100"/>
        <pc:sldMkLst>
          <pc:docMk/>
          <pc:sldMk cId="1738752439" sldId="275"/>
        </pc:sldMkLst>
      </pc:sldChg>
      <pc:sldChg chg="addSp delSp modSp">
        <pc:chgData name="Olivier Sourie" userId="9a51c857-61aa-43bc-852c-f8c91b126046" providerId="ADAL" clId="{B7F67E98-388D-4648-B96A-9F07533C71DB}" dt="2020-02-08T16:48:19.370" v="122" actId="1076"/>
        <pc:sldMkLst>
          <pc:docMk/>
          <pc:sldMk cId="1789888510" sldId="276"/>
        </pc:sldMkLst>
      </pc:sldChg>
      <pc:sldChg chg="addSp modSp">
        <pc:chgData name="Olivier Sourie" userId="9a51c857-61aa-43bc-852c-f8c91b126046" providerId="ADAL" clId="{B7F67E98-388D-4648-B96A-9F07533C71DB}" dt="2020-02-08T16:42:45.617" v="117" actId="14100"/>
        <pc:sldMkLst>
          <pc:docMk/>
          <pc:sldMk cId="361719835" sldId="278"/>
        </pc:sldMkLst>
      </pc:sldChg>
      <pc:sldChg chg="modSp">
        <pc:chgData name="Olivier Sourie" userId="9a51c857-61aa-43bc-852c-f8c91b126046" providerId="ADAL" clId="{B7F67E98-388D-4648-B96A-9F07533C71DB}" dt="2020-02-08T18:20:40.953" v="520"/>
        <pc:sldMkLst>
          <pc:docMk/>
          <pc:sldMk cId="323262262" sldId="281"/>
        </pc:sldMkLst>
      </pc:sldChg>
      <pc:sldChg chg="addSp modSp">
        <pc:chgData name="Olivier Sourie" userId="9a51c857-61aa-43bc-852c-f8c91b126046" providerId="ADAL" clId="{B7F67E98-388D-4648-B96A-9F07533C71DB}" dt="2020-02-08T18:22:52.505" v="528" actId="20577"/>
        <pc:sldMkLst>
          <pc:docMk/>
          <pc:sldMk cId="819102267" sldId="285"/>
        </pc:sldMkLst>
      </pc:sldChg>
      <pc:sldChg chg="modSp">
        <pc:chgData name="Olivier Sourie" userId="9a51c857-61aa-43bc-852c-f8c91b126046" providerId="ADAL" clId="{B7F67E98-388D-4648-B96A-9F07533C71DB}" dt="2020-02-08T18:43:01.046" v="556" actId="27636"/>
        <pc:sldMkLst>
          <pc:docMk/>
          <pc:sldMk cId="783110837" sldId="287"/>
        </pc:sldMkLst>
      </pc:sldChg>
      <pc:sldChg chg="addSp delSp modSp">
        <pc:chgData name="Olivier Sourie" userId="9a51c857-61aa-43bc-852c-f8c91b126046" providerId="ADAL" clId="{B7F67E98-388D-4648-B96A-9F07533C71DB}" dt="2020-02-08T16:26:50.577" v="60" actId="14100"/>
        <pc:sldMkLst>
          <pc:docMk/>
          <pc:sldMk cId="1114570230" sldId="288"/>
        </pc:sldMkLst>
      </pc:sldChg>
      <pc:sldChg chg="addSp delSp modSp">
        <pc:chgData name="Olivier Sourie" userId="9a51c857-61aa-43bc-852c-f8c91b126046" providerId="ADAL" clId="{B7F67E98-388D-4648-B96A-9F07533C71DB}" dt="2020-02-08T17:40:15.795" v="239" actId="113"/>
        <pc:sldMkLst>
          <pc:docMk/>
          <pc:sldMk cId="639883286" sldId="289"/>
        </pc:sldMkLst>
      </pc:sldChg>
      <pc:sldChg chg="addSp delSp modSp">
        <pc:chgData name="Olivier Sourie" userId="9a51c857-61aa-43bc-852c-f8c91b126046" providerId="ADAL" clId="{B7F67E98-388D-4648-B96A-9F07533C71DB}" dt="2020-02-08T17:58:30.623" v="330" actId="1076"/>
        <pc:sldMkLst>
          <pc:docMk/>
          <pc:sldMk cId="3377765291" sldId="290"/>
        </pc:sldMkLst>
      </pc:sldChg>
      <pc:sldChg chg="addSp delSp modSp">
        <pc:chgData name="Olivier Sourie" userId="9a51c857-61aa-43bc-852c-f8c91b126046" providerId="ADAL" clId="{B7F67E98-388D-4648-B96A-9F07533C71DB}" dt="2020-02-08T17:43:23.384" v="244" actId="14100"/>
        <pc:sldMkLst>
          <pc:docMk/>
          <pc:sldMk cId="2281559476" sldId="291"/>
        </pc:sldMkLst>
      </pc:sldChg>
      <pc:sldChg chg="addSp delSp modSp ord">
        <pc:chgData name="Olivier Sourie" userId="9a51c857-61aa-43bc-852c-f8c91b126046" providerId="ADAL" clId="{B7F67E98-388D-4648-B96A-9F07533C71DB}" dt="2020-02-08T18:40:06.845" v="539" actId="1076"/>
        <pc:sldMkLst>
          <pc:docMk/>
          <pc:sldMk cId="4157778459" sldId="292"/>
        </pc:sldMkLst>
      </pc:sldChg>
      <pc:sldChg chg="addSp delSp modSp add">
        <pc:chgData name="Olivier Sourie" userId="9a51c857-61aa-43bc-852c-f8c91b126046" providerId="ADAL" clId="{B7F67E98-388D-4648-B96A-9F07533C71DB}" dt="2020-02-08T17:57:18.135" v="325" actId="14100"/>
        <pc:sldMkLst>
          <pc:docMk/>
          <pc:sldMk cId="1728071722" sldId="294"/>
        </pc:sldMkLst>
      </pc:sldChg>
      <pc:sldChg chg="delSp add del">
        <pc:chgData name="Olivier Sourie" userId="9a51c857-61aa-43bc-852c-f8c91b126046" providerId="ADAL" clId="{B7F67E98-388D-4648-B96A-9F07533C71DB}" dt="2020-02-08T16:13:53.100" v="26" actId="47"/>
        <pc:sldMkLst>
          <pc:docMk/>
          <pc:sldMk cId="2623292514" sldId="294"/>
        </pc:sldMkLst>
      </pc:sldChg>
      <pc:sldChg chg="addSp delSp modSp add del">
        <pc:chgData name="Olivier Sourie" userId="9a51c857-61aa-43bc-852c-f8c91b126046" providerId="ADAL" clId="{B7F67E98-388D-4648-B96A-9F07533C71DB}" dt="2020-02-10T11:25:45.069" v="639" actId="2696"/>
        <pc:sldMkLst>
          <pc:docMk/>
          <pc:sldMk cId="2233920479" sldId="295"/>
        </pc:sldMkLst>
      </pc:sldChg>
    </pc:docChg>
  </pc:docChgLst>
  <pc:docChgLst>
    <pc:chgData name="Olivier SOURIE" userId="9a51c857-61aa-43bc-852c-f8c91b126046" providerId="ADAL" clId="{8690F577-BFE6-4C29-94C0-8095C2ECFDEE}"/>
    <pc:docChg chg="custSel modSld">
      <pc:chgData name="Olivier SOURIE" userId="9a51c857-61aa-43bc-852c-f8c91b126046" providerId="ADAL" clId="{8690F577-BFE6-4C29-94C0-8095C2ECFDEE}" dt="2025-02-10T10:27:59.746" v="29" actId="108"/>
      <pc:docMkLst>
        <pc:docMk/>
      </pc:docMkLst>
      <pc:sldChg chg="modSp">
        <pc:chgData name="Olivier SOURIE" userId="9a51c857-61aa-43bc-852c-f8c91b126046" providerId="ADAL" clId="{8690F577-BFE6-4C29-94C0-8095C2ECFDEE}" dt="2025-02-10T09:57:04.720" v="4" actId="404"/>
        <pc:sldMkLst>
          <pc:docMk/>
          <pc:sldMk cId="2538083712" sldId="257"/>
        </pc:sldMkLst>
        <pc:spChg chg="mod">
          <ac:chgData name="Olivier SOURIE" userId="9a51c857-61aa-43bc-852c-f8c91b126046" providerId="ADAL" clId="{8690F577-BFE6-4C29-94C0-8095C2ECFDEE}" dt="2025-02-10T09:57:04.720" v="4" actId="404"/>
          <ac:spMkLst>
            <pc:docMk/>
            <pc:sldMk cId="2538083712" sldId="257"/>
            <ac:spMk id="73" creationId="{00000000-0000-0000-0000-000000000000}"/>
          </ac:spMkLst>
        </pc:spChg>
      </pc:sldChg>
      <pc:sldChg chg="modSp mod">
        <pc:chgData name="Olivier SOURIE" userId="9a51c857-61aa-43bc-852c-f8c91b126046" providerId="ADAL" clId="{8690F577-BFE6-4C29-94C0-8095C2ECFDEE}" dt="2025-02-10T10:13:54.999" v="8" actId="20577"/>
        <pc:sldMkLst>
          <pc:docMk/>
          <pc:sldMk cId="1601244486" sldId="258"/>
        </pc:sldMkLst>
        <pc:spChg chg="mod">
          <ac:chgData name="Olivier SOURIE" userId="9a51c857-61aa-43bc-852c-f8c91b126046" providerId="ADAL" clId="{8690F577-BFE6-4C29-94C0-8095C2ECFDEE}" dt="2025-02-10T10:13:54.999" v="8" actId="20577"/>
          <ac:spMkLst>
            <pc:docMk/>
            <pc:sldMk cId="1601244486" sldId="258"/>
            <ac:spMk id="6" creationId="{19898172-CE33-4C20-9E56-D5A459C054A6}"/>
          </ac:spMkLst>
        </pc:spChg>
      </pc:sldChg>
      <pc:sldChg chg="delSp mod">
        <pc:chgData name="Olivier SOURIE" userId="9a51c857-61aa-43bc-852c-f8c91b126046" providerId="ADAL" clId="{8690F577-BFE6-4C29-94C0-8095C2ECFDEE}" dt="2025-02-10T10:22:47.500" v="28" actId="478"/>
        <pc:sldMkLst>
          <pc:docMk/>
          <pc:sldMk cId="1406426018" sldId="264"/>
        </pc:sldMkLst>
        <pc:spChg chg="del">
          <ac:chgData name="Olivier SOURIE" userId="9a51c857-61aa-43bc-852c-f8c91b126046" providerId="ADAL" clId="{8690F577-BFE6-4C29-94C0-8095C2ECFDEE}" dt="2025-02-10T10:22:47.500" v="28" actId="478"/>
          <ac:spMkLst>
            <pc:docMk/>
            <pc:sldMk cId="1406426018" sldId="264"/>
            <ac:spMk id="8" creationId="{40001317-9CD6-450C-AAF5-3459CC3C60D5}"/>
          </ac:spMkLst>
        </pc:spChg>
      </pc:sldChg>
      <pc:sldChg chg="modSp mod">
        <pc:chgData name="Olivier SOURIE" userId="9a51c857-61aa-43bc-852c-f8c91b126046" providerId="ADAL" clId="{8690F577-BFE6-4C29-94C0-8095C2ECFDEE}" dt="2025-02-10T10:27:59.746" v="29" actId="108"/>
        <pc:sldMkLst>
          <pc:docMk/>
          <pc:sldMk cId="731669344" sldId="266"/>
        </pc:sldMkLst>
        <pc:spChg chg="mod">
          <ac:chgData name="Olivier SOURIE" userId="9a51c857-61aa-43bc-852c-f8c91b126046" providerId="ADAL" clId="{8690F577-BFE6-4C29-94C0-8095C2ECFDEE}" dt="2025-02-10T10:27:59.746" v="29" actId="108"/>
          <ac:spMkLst>
            <pc:docMk/>
            <pc:sldMk cId="731669344" sldId="266"/>
            <ac:spMk id="8" creationId="{00000000-0000-0000-0000-000000000000}"/>
          </ac:spMkLst>
        </pc:spChg>
      </pc:sldChg>
      <pc:sldChg chg="modSp mod">
        <pc:chgData name="Olivier SOURIE" userId="9a51c857-61aa-43bc-852c-f8c91b126046" providerId="ADAL" clId="{8690F577-BFE6-4C29-94C0-8095C2ECFDEE}" dt="2025-02-10T10:20:53.015" v="10" actId="20577"/>
        <pc:sldMkLst>
          <pc:docMk/>
          <pc:sldMk cId="3149222525" sldId="298"/>
        </pc:sldMkLst>
        <pc:spChg chg="mod">
          <ac:chgData name="Olivier SOURIE" userId="9a51c857-61aa-43bc-852c-f8c91b126046" providerId="ADAL" clId="{8690F577-BFE6-4C29-94C0-8095C2ECFDEE}" dt="2025-02-10T10:20:53.015" v="10" actId="20577"/>
          <ac:spMkLst>
            <pc:docMk/>
            <pc:sldMk cId="3149222525" sldId="298"/>
            <ac:spMk id="8" creationId="{C119BF83-175A-4040-AC14-0807510042F4}"/>
          </ac:spMkLst>
        </pc:spChg>
      </pc:sldChg>
      <pc:sldChg chg="modSp mod">
        <pc:chgData name="Olivier SOURIE" userId="9a51c857-61aa-43bc-852c-f8c91b126046" providerId="ADAL" clId="{8690F577-BFE6-4C29-94C0-8095C2ECFDEE}" dt="2025-02-10T10:22:14.204" v="19" actId="20577"/>
        <pc:sldMkLst>
          <pc:docMk/>
          <pc:sldMk cId="3751053574" sldId="299"/>
        </pc:sldMkLst>
        <pc:spChg chg="mod">
          <ac:chgData name="Olivier SOURIE" userId="9a51c857-61aa-43bc-852c-f8c91b126046" providerId="ADAL" clId="{8690F577-BFE6-4C29-94C0-8095C2ECFDEE}" dt="2025-02-10T10:22:14.204" v="19" actId="20577"/>
          <ac:spMkLst>
            <pc:docMk/>
            <pc:sldMk cId="3751053574" sldId="299"/>
            <ac:spMk id="8" creationId="{C119BF83-175A-4040-AC14-0807510042F4}"/>
          </ac:spMkLst>
        </pc:spChg>
      </pc:sldChg>
      <pc:sldChg chg="modSp mod">
        <pc:chgData name="Olivier SOURIE" userId="9a51c857-61aa-43bc-852c-f8c91b126046" providerId="ADAL" clId="{8690F577-BFE6-4C29-94C0-8095C2ECFDEE}" dt="2025-02-10T10:22:24.394" v="27" actId="113"/>
        <pc:sldMkLst>
          <pc:docMk/>
          <pc:sldMk cId="3348647127" sldId="300"/>
        </pc:sldMkLst>
        <pc:spChg chg="mod">
          <ac:chgData name="Olivier SOURIE" userId="9a51c857-61aa-43bc-852c-f8c91b126046" providerId="ADAL" clId="{8690F577-BFE6-4C29-94C0-8095C2ECFDEE}" dt="2025-02-10T10:22:24.394" v="27" actId="113"/>
          <ac:spMkLst>
            <pc:docMk/>
            <pc:sldMk cId="3348647127" sldId="300"/>
            <ac:spMk id="8" creationId="{C119BF83-175A-4040-AC14-0807510042F4}"/>
          </ac:spMkLst>
        </pc:spChg>
      </pc:sldChg>
    </pc:docChg>
  </pc:docChgLst>
  <pc:docChgLst>
    <pc:chgData name="Sourie Olivier" userId="9a51c857-61aa-43bc-852c-f8c91b126046" providerId="ADAL" clId="{0F1DCA90-44CE-4D63-A9F8-0B103C5496DF}"/>
    <pc:docChg chg="undo custSel addSld modSld modSection">
      <pc:chgData name="Sourie Olivier" userId="9a51c857-61aa-43bc-852c-f8c91b126046" providerId="ADAL" clId="{0F1DCA90-44CE-4D63-A9F8-0B103C5496DF}" dt="2022-02-19T15:25:48.633" v="2053" actId="20577"/>
      <pc:docMkLst>
        <pc:docMk/>
      </pc:docMkLst>
      <pc:sldChg chg="modSp mod">
        <pc:chgData name="Sourie Olivier" userId="9a51c857-61aa-43bc-852c-f8c91b126046" providerId="ADAL" clId="{0F1DCA90-44CE-4D63-A9F8-0B103C5496DF}" dt="2022-02-10T10:48:57.670" v="98" actId="20577"/>
        <pc:sldMkLst>
          <pc:docMk/>
          <pc:sldMk cId="1601244486" sldId="258"/>
        </pc:sldMkLst>
      </pc:sldChg>
      <pc:sldChg chg="addSp modSp mod">
        <pc:chgData name="Sourie Olivier" userId="9a51c857-61aa-43bc-852c-f8c91b126046" providerId="ADAL" clId="{0F1DCA90-44CE-4D63-A9F8-0B103C5496DF}" dt="2022-02-10T18:56:43.827" v="1103" actId="14100"/>
        <pc:sldMkLst>
          <pc:docMk/>
          <pc:sldMk cId="1406426018" sldId="264"/>
        </pc:sldMkLst>
      </pc:sldChg>
      <pc:sldChg chg="modSp mod">
        <pc:chgData name="Sourie Olivier" userId="9a51c857-61aa-43bc-852c-f8c91b126046" providerId="ADAL" clId="{0F1DCA90-44CE-4D63-A9F8-0B103C5496DF}" dt="2022-02-10T18:58:54.317" v="1187" actId="20577"/>
        <pc:sldMkLst>
          <pc:docMk/>
          <pc:sldMk cId="731669344" sldId="266"/>
        </pc:sldMkLst>
      </pc:sldChg>
      <pc:sldChg chg="addSp delSp modSp mod">
        <pc:chgData name="Sourie Olivier" userId="9a51c857-61aa-43bc-852c-f8c91b126046" providerId="ADAL" clId="{0F1DCA90-44CE-4D63-A9F8-0B103C5496DF}" dt="2022-02-10T19:18:14.464" v="1262" actId="21"/>
        <pc:sldMkLst>
          <pc:docMk/>
          <pc:sldMk cId="125652696" sldId="267"/>
        </pc:sldMkLst>
      </pc:sldChg>
      <pc:sldChg chg="addSp delSp modSp mod">
        <pc:chgData name="Sourie Olivier" userId="9a51c857-61aa-43bc-852c-f8c91b126046" providerId="ADAL" clId="{0F1DCA90-44CE-4D63-A9F8-0B103C5496DF}" dt="2022-02-10T19:48:38.640" v="1295" actId="14100"/>
        <pc:sldMkLst>
          <pc:docMk/>
          <pc:sldMk cId="1869220946" sldId="273"/>
        </pc:sldMkLst>
      </pc:sldChg>
      <pc:sldChg chg="modSp mod">
        <pc:chgData name="Sourie Olivier" userId="9a51c857-61aa-43bc-852c-f8c91b126046" providerId="ADAL" clId="{0F1DCA90-44CE-4D63-A9F8-0B103C5496DF}" dt="2022-02-15T15:34:42.708" v="1677" actId="20577"/>
        <pc:sldMkLst>
          <pc:docMk/>
          <pc:sldMk cId="323262262" sldId="281"/>
        </pc:sldMkLst>
      </pc:sldChg>
      <pc:sldChg chg="modSp mod">
        <pc:chgData name="Sourie Olivier" userId="9a51c857-61aa-43bc-852c-f8c91b126046" providerId="ADAL" clId="{0F1DCA90-44CE-4D63-A9F8-0B103C5496DF}" dt="2022-02-10T10:52:45.358" v="162" actId="20577"/>
        <pc:sldMkLst>
          <pc:docMk/>
          <pc:sldMk cId="999986742" sldId="282"/>
        </pc:sldMkLst>
      </pc:sldChg>
      <pc:sldChg chg="addSp delSp modSp mod">
        <pc:chgData name="Sourie Olivier" userId="9a51c857-61aa-43bc-852c-f8c91b126046" providerId="ADAL" clId="{0F1DCA90-44CE-4D63-A9F8-0B103C5496DF}" dt="2022-02-10T19:19:51.593" v="1286" actId="20577"/>
        <pc:sldMkLst>
          <pc:docMk/>
          <pc:sldMk cId="1114570230" sldId="288"/>
        </pc:sldMkLst>
      </pc:sldChg>
      <pc:sldChg chg="addSp modSp mod">
        <pc:chgData name="Sourie Olivier" userId="9a51c857-61aa-43bc-852c-f8c91b126046" providerId="ADAL" clId="{0F1DCA90-44CE-4D63-A9F8-0B103C5496DF}" dt="2022-02-12T10:16:14.749" v="1633" actId="14100"/>
        <pc:sldMkLst>
          <pc:docMk/>
          <pc:sldMk cId="639883286" sldId="289"/>
        </pc:sldMkLst>
      </pc:sldChg>
      <pc:sldChg chg="addSp modSp mod">
        <pc:chgData name="Sourie Olivier" userId="9a51c857-61aa-43bc-852c-f8c91b126046" providerId="ADAL" clId="{0F1DCA90-44CE-4D63-A9F8-0B103C5496DF}" dt="2022-02-10T20:33:38.474" v="1368" actId="1076"/>
        <pc:sldMkLst>
          <pc:docMk/>
          <pc:sldMk cId="3377765291" sldId="290"/>
        </pc:sldMkLst>
      </pc:sldChg>
      <pc:sldChg chg="addSp modSp mod">
        <pc:chgData name="Sourie Olivier" userId="9a51c857-61aa-43bc-852c-f8c91b126046" providerId="ADAL" clId="{0F1DCA90-44CE-4D63-A9F8-0B103C5496DF}" dt="2022-02-18T15:34:40.548" v="1685" actId="1076"/>
        <pc:sldMkLst>
          <pc:docMk/>
          <pc:sldMk cId="2281559476" sldId="291"/>
        </pc:sldMkLst>
      </pc:sldChg>
      <pc:sldChg chg="addSp modSp mod">
        <pc:chgData name="Sourie Olivier" userId="9a51c857-61aa-43bc-852c-f8c91b126046" providerId="ADAL" clId="{0F1DCA90-44CE-4D63-A9F8-0B103C5496DF}" dt="2022-02-10T20:30:12.655" v="1361" actId="1076"/>
        <pc:sldMkLst>
          <pc:docMk/>
          <pc:sldMk cId="4157778459" sldId="292"/>
        </pc:sldMkLst>
      </pc:sldChg>
      <pc:sldChg chg="addSp delSp modSp add mod delAnim modAnim">
        <pc:chgData name="Sourie Olivier" userId="9a51c857-61aa-43bc-852c-f8c91b126046" providerId="ADAL" clId="{0F1DCA90-44CE-4D63-A9F8-0B103C5496DF}" dt="2022-02-10T10:52:03.590" v="147" actId="14100"/>
        <pc:sldMkLst>
          <pc:docMk/>
          <pc:sldMk cId="3362084274" sldId="297"/>
        </pc:sldMkLst>
      </pc:sldChg>
      <pc:sldChg chg="addSp delSp modSp add mod">
        <pc:chgData name="Sourie Olivier" userId="9a51c857-61aa-43bc-852c-f8c91b126046" providerId="ADAL" clId="{0F1DCA90-44CE-4D63-A9F8-0B103C5496DF}" dt="2022-02-15T15:30:23.241" v="1643" actId="20577"/>
        <pc:sldMkLst>
          <pc:docMk/>
          <pc:sldMk cId="3149222525" sldId="298"/>
        </pc:sldMkLst>
      </pc:sldChg>
      <pc:sldChg chg="addSp delSp modSp add mod">
        <pc:chgData name="Sourie Olivier" userId="9a51c857-61aa-43bc-852c-f8c91b126046" providerId="ADAL" clId="{0F1DCA90-44CE-4D63-A9F8-0B103C5496DF}" dt="2022-02-15T15:31:15.615" v="1676" actId="20577"/>
        <pc:sldMkLst>
          <pc:docMk/>
          <pc:sldMk cId="3751053574" sldId="299"/>
        </pc:sldMkLst>
      </pc:sldChg>
      <pc:sldChg chg="addSp delSp modSp add mod">
        <pc:chgData name="Sourie Olivier" userId="9a51c857-61aa-43bc-852c-f8c91b126046" providerId="ADAL" clId="{0F1DCA90-44CE-4D63-A9F8-0B103C5496DF}" dt="2022-02-10T18:55:17.914" v="1096" actId="20577"/>
        <pc:sldMkLst>
          <pc:docMk/>
          <pc:sldMk cId="3348647127" sldId="300"/>
        </pc:sldMkLst>
      </pc:sldChg>
      <pc:sldChg chg="addSp delSp modSp add mod">
        <pc:chgData name="Sourie Olivier" userId="9a51c857-61aa-43bc-852c-f8c91b126046" providerId="ADAL" clId="{0F1DCA90-44CE-4D63-A9F8-0B103C5496DF}" dt="2022-02-11T11:03:11.678" v="1607" actId="478"/>
        <pc:sldMkLst>
          <pc:docMk/>
          <pc:sldMk cId="1958764654" sldId="301"/>
        </pc:sldMkLst>
      </pc:sldChg>
      <pc:sldChg chg="addSp delSp modSp add mod">
        <pc:chgData name="Sourie Olivier" userId="9a51c857-61aa-43bc-852c-f8c91b126046" providerId="ADAL" clId="{0F1DCA90-44CE-4D63-A9F8-0B103C5496DF}" dt="2022-02-19T15:14:57.681" v="1909" actId="20577"/>
        <pc:sldMkLst>
          <pc:docMk/>
          <pc:sldMk cId="314794356" sldId="302"/>
        </pc:sldMkLst>
      </pc:sldChg>
      <pc:sldChg chg="addSp delSp modSp add mod">
        <pc:chgData name="Sourie Olivier" userId="9a51c857-61aa-43bc-852c-f8c91b126046" providerId="ADAL" clId="{0F1DCA90-44CE-4D63-A9F8-0B103C5496DF}" dt="2022-02-19T15:25:48.633" v="2053" actId="20577"/>
        <pc:sldMkLst>
          <pc:docMk/>
          <pc:sldMk cId="2682434778" sldId="303"/>
        </pc:sldMkLst>
      </pc:sldChg>
    </pc:docChg>
  </pc:docChgLst>
  <pc:docChgLst>
    <pc:chgData name="Sourie Olivier" userId="9a51c857-61aa-43bc-852c-f8c91b126046" providerId="ADAL" clId="{295E92F2-4962-4FBB-9469-B266018A847C}"/>
    <pc:docChg chg="custSel delSld modSld modSection">
      <pc:chgData name="Sourie Olivier" userId="9a51c857-61aa-43bc-852c-f8c91b126046" providerId="ADAL" clId="{295E92F2-4962-4FBB-9469-B266018A847C}" dt="2019-02-07T18:47:14.259" v="21" actId="2696"/>
      <pc:docMkLst>
        <pc:docMk/>
      </pc:docMkLst>
      <pc:sldChg chg="addSp delSp modSp">
        <pc:chgData name="Sourie Olivier" userId="9a51c857-61aa-43bc-852c-f8c91b126046" providerId="ADAL" clId="{295E92F2-4962-4FBB-9469-B266018A847C}" dt="2019-02-07T18:45:01.223" v="20" actId="1076"/>
        <pc:sldMkLst>
          <pc:docMk/>
          <pc:sldMk cId="125652696" sldId="267"/>
        </pc:sldMkLst>
      </pc:sldChg>
    </pc:docChg>
  </pc:docChgLst>
  <pc:docChgLst>
    <pc:chgData name="Sourie Olivier" userId="9a51c857-61aa-43bc-852c-f8c91b126046" providerId="ADAL" clId="{6BB58279-1167-44E7-82DD-C07798213D0D}"/>
    <pc:docChg chg="delSld modSld modSection">
      <pc:chgData name="Sourie Olivier" userId="9a51c857-61aa-43bc-852c-f8c91b126046" providerId="ADAL" clId="{6BB58279-1167-44E7-82DD-C07798213D0D}" dt="2023-02-14T17:14:05.528" v="11" actId="2696"/>
      <pc:docMkLst>
        <pc:docMk/>
      </pc:docMkLst>
      <pc:sldChg chg="addSp modSp mod">
        <pc:chgData name="Sourie Olivier" userId="9a51c857-61aa-43bc-852c-f8c91b126046" providerId="ADAL" clId="{6BB58279-1167-44E7-82DD-C07798213D0D}" dt="2023-02-14T09:19:30.491" v="4" actId="207"/>
        <pc:sldMkLst>
          <pc:docMk/>
          <pc:sldMk cId="1669876720" sldId="256"/>
        </pc:sldMkLst>
      </pc:sldChg>
      <pc:sldChg chg="modSp mod">
        <pc:chgData name="Sourie Olivier" userId="9a51c857-61aa-43bc-852c-f8c91b126046" providerId="ADAL" clId="{6BB58279-1167-44E7-82DD-C07798213D0D}" dt="2023-02-14T09:20:20.162" v="8" actId="20577"/>
        <pc:sldMkLst>
          <pc:docMk/>
          <pc:sldMk cId="1601244486" sldId="258"/>
        </pc:sldMkLst>
      </pc:sldChg>
      <pc:sldChg chg="modSp del mod">
        <pc:chgData name="Sourie Olivier" userId="9a51c857-61aa-43bc-852c-f8c91b126046" providerId="ADAL" clId="{6BB58279-1167-44E7-82DD-C07798213D0D}" dt="2023-02-14T17:14:05.528" v="11" actId="2696"/>
        <pc:sldMkLst>
          <pc:docMk/>
          <pc:sldMk cId="323262262" sldId="281"/>
        </pc:sldMkLst>
      </pc:sldChg>
    </pc:docChg>
  </pc:docChgLst>
  <pc:docChgLst>
    <pc:chgData name="Schokkelé William" userId="5c56a310-1257-465f-8f92-185d705ebf24" providerId="ADAL" clId="{54D0BDA9-3D64-440D-9BB2-929436F30D8C}"/>
    <pc:docChg chg="modSld">
      <pc:chgData name="Schokkelé William" userId="5c56a310-1257-465f-8f92-185d705ebf24" providerId="ADAL" clId="{54D0BDA9-3D64-440D-9BB2-929436F30D8C}" dt="2019-02-06T21:33:49.559" v="3" actId="20577"/>
      <pc:docMkLst>
        <pc:docMk/>
      </pc:docMkLst>
      <pc:sldChg chg="modSp">
        <pc:chgData name="Schokkelé William" userId="5c56a310-1257-465f-8f92-185d705ebf24" providerId="ADAL" clId="{54D0BDA9-3D64-440D-9BB2-929436F30D8C}" dt="2019-02-06T21:33:49.559" v="3" actId="20577"/>
        <pc:sldMkLst>
          <pc:docMk/>
          <pc:sldMk cId="1601244486" sldId="258"/>
        </pc:sldMkLst>
      </pc:sldChg>
      <pc:sldChg chg="modSp">
        <pc:chgData name="Schokkelé William" userId="5c56a310-1257-465f-8f92-185d705ebf24" providerId="ADAL" clId="{54D0BDA9-3D64-440D-9BB2-929436F30D8C}" dt="2019-02-06T21:33:40.587" v="1" actId="20577"/>
        <pc:sldMkLst>
          <pc:docMk/>
          <pc:sldMk cId="993877446" sldId="2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A2955-4F47-40E8-B0F5-32429F4FA30D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08DFA-9AB6-470F-A3C0-04BF2CAF93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561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B7DBE-F7FA-4A4B-A8D7-E9DDAFD0288D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5F570-5905-47D4-ACDA-259BF1C5B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31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384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272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341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495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428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1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167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077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183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058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475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581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75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301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436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957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F135-B6E2-459F-65A9-5F858906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91E1B-B6D7-8E16-66A0-F5542022E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137BD-6127-F160-64B5-4DE91C7B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6E1B6-3D3E-677F-EF72-5C800E6886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551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950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287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73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162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874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375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167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738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2603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131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545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68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948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7077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3829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5964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0147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051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9989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6823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7377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3313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3129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F570-5905-47D4-ACDA-259BF1C5BF95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691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6905829" y="3885545"/>
            <a:ext cx="1885691" cy="395869"/>
          </a:xfrm>
          <a:prstGeom prst="rect">
            <a:avLst/>
          </a:prstGeom>
          <a:solidFill>
            <a:schemeClr val="accent2"/>
          </a:solidFill>
          <a:effectLst/>
        </p:spPr>
        <p:txBody>
          <a:bodyPr wrap="none" lIns="72000" tIns="36000" rIns="72000" bIns="36000" anchor="t">
            <a:spAutoFit/>
          </a:bodyPr>
          <a:lstStyle>
            <a:lvl1pPr marL="0" indent="0" algn="r">
              <a:buNone/>
              <a:defRPr sz="2100" cap="all" spc="0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ONDERTITEL</a:t>
            </a:r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9602" y="6097241"/>
            <a:ext cx="2297961" cy="760759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8"/>
          </p:nvPr>
        </p:nvSpPr>
        <p:spPr>
          <a:xfrm>
            <a:off x="7587343" y="2854290"/>
            <a:ext cx="1204177" cy="323165"/>
          </a:xfrm>
        </p:spPr>
        <p:txBody>
          <a:bodyPr/>
          <a:lstStyle/>
          <a:p>
            <a:fld id="{4563F647-05CF-4479-82C4-BBDCB4471D49}" type="datetime1">
              <a:rPr lang="nl-BE" smtClean="0"/>
              <a:t>6/11/2025</a:t>
            </a:fld>
            <a:endParaRPr lang="nl-BE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1200253" y="3182400"/>
            <a:ext cx="7591267" cy="646331"/>
          </a:xfrm>
          <a:solidFill>
            <a:schemeClr val="accent2"/>
          </a:solidFill>
        </p:spPr>
        <p:txBody>
          <a:bodyPr/>
          <a:lstStyle>
            <a:lvl1pPr algn="r">
              <a:defRPr lang="nl-BE" sz="3600" b="1" i="0" kern="1200" cap="all" spc="10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err="1"/>
              <a:t>Titel</a:t>
            </a:r>
            <a:r>
              <a:rPr lang="en-US"/>
              <a:t> van de </a:t>
            </a:r>
            <a:r>
              <a:rPr lang="en-US" err="1"/>
              <a:t>uiteenzetting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3159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6095999" y="307776"/>
            <a:ext cx="3048001" cy="5708837"/>
          </a:xfrm>
          <a:solidFill>
            <a:schemeClr val="bg2"/>
          </a:solidFill>
          <a:ln>
            <a:noFill/>
          </a:ln>
        </p:spPr>
        <p:txBody>
          <a:bodyPr lIns="180000" tIns="900000" rIns="18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132160" algn="l"/>
              </a:tabLst>
              <a:defRPr lang="en-GB" sz="1200" i="1" baseline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l-BE" dirty="0"/>
              <a:t>Voeg eventueel een foto in. Klik hiervoor op het icoon of op de rand van </a:t>
            </a:r>
            <a:br>
              <a:rPr lang="nl-BE" dirty="0"/>
            </a:br>
            <a:r>
              <a:rPr lang="nl-BE" dirty="0"/>
              <a:t>het kader.</a:t>
            </a:r>
            <a:br>
              <a:rPr lang="nl-BE" dirty="0"/>
            </a:br>
            <a:r>
              <a:rPr lang="nl-BE" dirty="0"/>
              <a:t>&gt; ga naar tabblad invoegen</a:t>
            </a:r>
            <a:br>
              <a:rPr lang="nl-BE" dirty="0"/>
            </a:br>
            <a:r>
              <a:rPr lang="nl-BE" dirty="0"/>
              <a:t>&gt; kies afbeelding of online afbeelding</a:t>
            </a:r>
            <a:br>
              <a:rPr lang="nl-BE" dirty="0"/>
            </a:br>
            <a:r>
              <a:rPr lang="nl-BE" dirty="0"/>
              <a:t>Via ‘</a:t>
            </a:r>
            <a:r>
              <a:rPr lang="nl-BE" dirty="0" err="1"/>
              <a:t>crop</a:t>
            </a:r>
            <a:r>
              <a:rPr lang="nl-BE" dirty="0"/>
              <a:t>’ kan je de afbeelding binnen het fotokader veranderen van positie</a:t>
            </a:r>
            <a:br>
              <a:rPr lang="nl-BE" dirty="0"/>
            </a:br>
            <a:r>
              <a:rPr lang="nl-BE" dirty="0"/>
              <a:t>(fit or </a:t>
            </a:r>
            <a:r>
              <a:rPr lang="nl-BE" dirty="0" err="1"/>
              <a:t>fill</a:t>
            </a:r>
            <a:r>
              <a:rPr lang="nl-BE" dirty="0"/>
              <a:t>). 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358775" y="1152000"/>
            <a:ext cx="5572800" cy="4726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</a:lstStyle>
          <a:p>
            <a:pPr lvl="0"/>
            <a:r>
              <a:rPr lang="nl-BE"/>
              <a:t>Som hier de topics op van je uiteenzetting of vermeld hier de doelstelling van je presentatie</a:t>
            </a:r>
            <a:endParaRPr lang="en-GB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923799" cy="3693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intro</a:t>
            </a:r>
            <a:endParaRPr lang="nl-BE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19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ussen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6901369" y="3885545"/>
            <a:ext cx="1885691" cy="395869"/>
          </a:xfrm>
          <a:prstGeom prst="rect">
            <a:avLst/>
          </a:prstGeom>
          <a:solidFill>
            <a:schemeClr val="accent2"/>
          </a:solidFill>
          <a:effectLst/>
        </p:spPr>
        <p:txBody>
          <a:bodyPr wrap="none" lIns="72000" tIns="36000" rIns="72000" bIns="36000" anchor="t">
            <a:spAutoFit/>
          </a:bodyPr>
          <a:lstStyle>
            <a:lvl1pPr marL="0" indent="0" algn="r">
              <a:buNone/>
              <a:defRPr sz="2100" cap="all" spc="0" baseline="0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ONDERTITEL</a:t>
            </a:r>
            <a:endParaRPr lang="en-GB"/>
          </a:p>
        </p:txBody>
      </p:sp>
      <p:sp>
        <p:nvSpPr>
          <p:cNvPr id="9" name="Tijdelijke aanduiding vo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6025855" y="2900240"/>
            <a:ext cx="276120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tIns="0" bIns="0">
            <a:spAutoFit/>
          </a:bodyPr>
          <a:lstStyle>
            <a:lvl1pPr marL="0" indent="0" algn="r">
              <a:buNone/>
              <a:defRPr sz="1500" i="0" cap="all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NL"/>
              <a:t>naam van de spreker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0753" y="3182400"/>
            <a:ext cx="7506307" cy="646331"/>
          </a:xfrm>
          <a:solidFill>
            <a:schemeClr val="accent2"/>
          </a:solidFill>
        </p:spPr>
        <p:txBody>
          <a:bodyPr/>
          <a:lstStyle>
            <a:lvl1pPr algn="r">
              <a:defRPr lang="nl-BE" sz="3600" b="1" i="0" kern="1200" cap="all" spc="10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err="1"/>
              <a:t>deel</a:t>
            </a:r>
            <a:r>
              <a:rPr lang="en-US"/>
              <a:t> van de </a:t>
            </a:r>
            <a:r>
              <a:rPr lang="en-US" err="1"/>
              <a:t>uiteenzetting</a:t>
            </a:r>
            <a:endParaRPr lang="nl-BE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9602" y="6097241"/>
            <a:ext cx="2297961" cy="76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2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kst, 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307777"/>
            <a:ext cx="3048000" cy="5708837"/>
          </a:xfrm>
          <a:solidFill>
            <a:schemeClr val="bg2"/>
          </a:solidFill>
          <a:ln>
            <a:noFill/>
          </a:ln>
        </p:spPr>
        <p:txBody>
          <a:bodyPr lIns="180000" tIns="900000" rIns="18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132160" algn="l"/>
              </a:tabLst>
              <a:defRPr lang="en-GB" sz="1200" i="1" baseline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l-BE"/>
              <a:t>Voeg eventueel een foto in. Klik hiervoor op het icoon of op de rand van </a:t>
            </a:r>
            <a:br>
              <a:rPr lang="nl-BE"/>
            </a:br>
            <a:r>
              <a:rPr lang="nl-BE"/>
              <a:t>het kader.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</a:t>
            </a:r>
            <a:br>
              <a:rPr lang="nl-BE"/>
            </a:br>
            <a:r>
              <a:rPr lang="nl-BE"/>
              <a:t>(fit or </a:t>
            </a:r>
            <a:r>
              <a:rPr lang="nl-BE" err="1"/>
              <a:t>fill</a:t>
            </a:r>
            <a:r>
              <a:rPr lang="nl-BE"/>
              <a:t>). 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360000" y="1152000"/>
            <a:ext cx="5572800" cy="4726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74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kst met streep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6094800" y="309600"/>
            <a:ext cx="3049200" cy="57240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360000" y="1151999"/>
            <a:ext cx="5572800" cy="4726800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9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foto links, 1/2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360000" y="1152000"/>
            <a:ext cx="4060825" cy="4726800"/>
          </a:xfrm>
          <a:solidFill>
            <a:schemeClr val="bg2"/>
          </a:solidFill>
          <a:ln>
            <a:noFill/>
          </a:ln>
        </p:spPr>
        <p:txBody>
          <a:bodyPr lIns="180000" tIns="72000" rIns="18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132160" algn="l"/>
              </a:tabLst>
              <a:defRPr lang="en-GB" sz="1200" i="1" baseline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l-BE"/>
              <a:t>Voeg eventueel een foto in. Klik hiervoor op het icoon of op de rand van </a:t>
            </a:r>
            <a:br>
              <a:rPr lang="nl-BE"/>
            </a:br>
            <a:r>
              <a:rPr lang="nl-BE"/>
              <a:t>het kader.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endParaRPr lang="en-GB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4723200" y="1152000"/>
            <a:ext cx="4212000" cy="4726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36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grote foto links, 1/2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307776"/>
            <a:ext cx="4572000" cy="5708837"/>
          </a:xfrm>
          <a:solidFill>
            <a:schemeClr val="bg2"/>
          </a:solidFill>
          <a:ln>
            <a:noFill/>
          </a:ln>
        </p:spPr>
        <p:txBody>
          <a:bodyPr lIns="360000" tIns="900000" rIns="18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132160" algn="l"/>
              </a:tabLst>
              <a:defRPr lang="en-GB" sz="1200" i="1" baseline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l-BE"/>
              <a:t>Voeg eventueel een foto in. Klik hiervoor op het icoon of op de rand van het kader.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deze foto delete, dien je de nieuwe foto terug op de achtergrond te plaatsen</a:t>
            </a:r>
            <a:br>
              <a:rPr lang="nl-BE"/>
            </a:br>
            <a:endParaRPr lang="nl-BE"/>
          </a:p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5"/>
          </p:nvPr>
        </p:nvSpPr>
        <p:spPr>
          <a:xfrm>
            <a:off x="4723200" y="1152000"/>
            <a:ext cx="4212000" cy="4726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55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met toelich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307776"/>
            <a:ext cx="6096000" cy="5708837"/>
          </a:xfrm>
          <a:solidFill>
            <a:schemeClr val="bg2"/>
          </a:solidFill>
          <a:ln>
            <a:noFill/>
          </a:ln>
        </p:spPr>
        <p:txBody>
          <a:bodyPr lIns="360000" tIns="900000" rIns="18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132160" algn="l"/>
              </a:tabLst>
              <a:defRPr lang="en-GB" sz="1200" i="1" baseline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l-BE"/>
              <a:t>Voeg eventueel een foto in. Klik hiervoor op het icoon of op de rand van </a:t>
            </a:r>
            <a:br>
              <a:rPr lang="nl-BE"/>
            </a:br>
            <a:r>
              <a:rPr lang="nl-BE"/>
              <a:t>het kader.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 </a:t>
            </a:r>
            <a:br>
              <a:rPr lang="nl-BE"/>
            </a:br>
            <a:r>
              <a:rPr lang="nl-BE"/>
              <a:t>Indien je deze foto delete, dien je de nieuwe foto terug op de achtergrond te plaatsen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6236425" y="1152000"/>
            <a:ext cx="2548800" cy="4726800"/>
          </a:xfrm>
        </p:spPr>
        <p:txBody>
          <a:bodyPr/>
          <a:lstStyle>
            <a:lvl1pPr>
              <a:lnSpc>
                <a:spcPct val="100000"/>
              </a:lnSpc>
              <a:tabLst>
                <a:tab pos="266400" algn="l"/>
                <a:tab pos="270000" algn="l"/>
              </a:tabLst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83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ggende foto's met toelich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-1" y="3204000"/>
            <a:ext cx="6062400" cy="2812614"/>
          </a:xfrm>
          <a:solidFill>
            <a:schemeClr val="bg2"/>
          </a:solidFill>
          <a:ln w="38100">
            <a:noFill/>
          </a:ln>
        </p:spPr>
        <p:txBody>
          <a:bodyPr lIns="360000" tIns="36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lang="en-GB" sz="1200" i="1"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br>
              <a:rPr lang="nl-BE"/>
            </a:br>
            <a:endParaRPr lang="en-GB"/>
          </a:p>
          <a:p>
            <a:br>
              <a:rPr lang="nl-BE"/>
            </a:br>
            <a:endParaRPr lang="nl-BE"/>
          </a:p>
          <a:p>
            <a:endParaRPr lang="en-GB"/>
          </a:p>
        </p:txBody>
      </p:sp>
      <p:sp>
        <p:nvSpPr>
          <p:cNvPr id="15" name="Tijdelijke aanduiding voor afbeelding 4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309600"/>
            <a:ext cx="6062033" cy="282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972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 lang="nl-BE" sz="1200" i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BE"/>
              <a:t>Voeg eventueel een foto in. Klik hiervoor op het icoon of op de rand van </a:t>
            </a:r>
            <a:br>
              <a:rPr lang="nl-BE"/>
            </a:br>
            <a:r>
              <a:rPr lang="nl-BE"/>
              <a:t>het kader.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</a:t>
            </a:r>
            <a:r>
              <a:rPr lang="nl-BE" baseline="0"/>
              <a:t>kies meteen de 2 afbeeldingen die je op deze slide wil invoegen.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deze foto delete, dien je de nieuwe foto terug op de achtergrond te plaatsen</a:t>
            </a:r>
            <a:endParaRPr lang="en-GB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br>
              <a:rPr lang="nl-BE"/>
            </a:br>
            <a:endParaRPr lang="en-GB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6236425" y="1152000"/>
            <a:ext cx="2548800" cy="4726800"/>
          </a:xfrm>
        </p:spPr>
        <p:txBody>
          <a:bodyPr/>
          <a:lstStyle>
            <a:lvl1pPr>
              <a:lnSpc>
                <a:spcPct val="100000"/>
              </a:lnSpc>
              <a:tabLst>
                <a:tab pos="266400" algn="l"/>
                <a:tab pos="270000" algn="l"/>
              </a:tabLst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05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 met toelich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4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309600"/>
            <a:ext cx="6062033" cy="282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188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 lang="nl-BE" sz="1200" i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BE"/>
              <a:t>Klik op het icoon of op de rand van het kader om een afbeelding in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kies </a:t>
            </a:r>
            <a:r>
              <a:rPr lang="nl-BE"/>
              <a:t>afbeelding of online afbeelding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</a:t>
            </a:r>
            <a:r>
              <a:rPr lang="nl-BE" baseline="0"/>
              <a:t>kies meteen de 5 afbeeldingen die je op deze slide wil invoegen.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deze foto delete, dien je een nieuwe foto terug op de achtergrond te plaatsen.</a:t>
            </a:r>
            <a:endParaRPr lang="en-GB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br>
              <a:rPr lang="nl-BE"/>
            </a:br>
            <a:endParaRPr lang="en-GB"/>
          </a:p>
        </p:txBody>
      </p:sp>
      <p:sp>
        <p:nvSpPr>
          <p:cNvPr id="11" name="Tijdelijke aanduiding voor afbeelding 4"/>
          <p:cNvSpPr>
            <a:spLocks noGrp="1"/>
          </p:cNvSpPr>
          <p:nvPr>
            <p:ph type="pic" sz="quarter" idx="35"/>
          </p:nvPr>
        </p:nvSpPr>
        <p:spPr>
          <a:xfrm>
            <a:off x="3074033" y="3204000"/>
            <a:ext cx="2988000" cy="28116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2" name="Tijdelijke aanduiding voor afbeelding 4"/>
          <p:cNvSpPr>
            <a:spLocks noGrp="1"/>
          </p:cNvSpPr>
          <p:nvPr>
            <p:ph type="pic" sz="quarter" idx="16"/>
          </p:nvPr>
        </p:nvSpPr>
        <p:spPr>
          <a:xfrm>
            <a:off x="-164" y="3205378"/>
            <a:ext cx="2988000" cy="28116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216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6"/>
          </p:nvPr>
        </p:nvSpPr>
        <p:spPr>
          <a:xfrm>
            <a:off x="6236425" y="1152000"/>
            <a:ext cx="2548800" cy="4726800"/>
          </a:xfrm>
        </p:spPr>
        <p:txBody>
          <a:bodyPr/>
          <a:lstStyle>
            <a:lvl1pPr>
              <a:lnSpc>
                <a:spcPct val="100000"/>
              </a:lnSpc>
              <a:tabLst>
                <a:tab pos="266400" algn="l"/>
                <a:tab pos="270000" algn="l"/>
              </a:tabLst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deling teks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358775" y="1153297"/>
            <a:ext cx="4050000" cy="4726800"/>
          </a:xfrm>
          <a:solidFill>
            <a:schemeClr val="bg2"/>
          </a:solidFill>
        </p:spPr>
        <p:txBody>
          <a:bodyPr wrap="square"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29"/>
          </p:nvPr>
        </p:nvSpPr>
        <p:spPr>
          <a:xfrm>
            <a:off x="4737100" y="1140514"/>
            <a:ext cx="4050000" cy="4726800"/>
          </a:xfrm>
          <a:solidFill>
            <a:schemeClr val="bg2"/>
          </a:solidFill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716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deling foto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358776" y="1152000"/>
            <a:ext cx="4050000" cy="4726800"/>
          </a:xfrm>
          <a:solidFill>
            <a:schemeClr val="bg2"/>
          </a:solidFill>
        </p:spPr>
        <p:txBody>
          <a:bodyPr/>
          <a:lstStyle>
            <a:lvl1pPr marL="0" marR="0" indent="0" algn="l" defTabSz="269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None/>
              <a:tabLst>
                <a:tab pos="266400" algn="l"/>
                <a:tab pos="270000" algn="l"/>
              </a:tabLst>
              <a:defRPr sz="1200" i="1"/>
            </a:lvl1pPr>
          </a:lstStyle>
          <a:p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endParaRPr lang="en-GB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4737100" y="1152000"/>
            <a:ext cx="4050000" cy="4726800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/>
            </a:lvl1pPr>
          </a:lstStyle>
          <a:p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8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deling foto met toelichting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358776" y="1152000"/>
            <a:ext cx="4050000" cy="2958038"/>
          </a:xfrm>
          <a:solidFill>
            <a:schemeClr val="bg2"/>
          </a:solidFill>
        </p:spPr>
        <p:txBody>
          <a:bodyPr/>
          <a:lstStyle>
            <a:lvl1pPr marL="0" marR="0" indent="0" algn="l" defTabSz="269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None/>
              <a:tabLst>
                <a:tab pos="266400" algn="l"/>
                <a:tab pos="270000" algn="l"/>
              </a:tabLst>
              <a:defRPr sz="1200" i="1"/>
            </a:lvl1pPr>
          </a:lstStyle>
          <a:p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endParaRPr lang="en-GB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4737100" y="1152000"/>
            <a:ext cx="4050000" cy="2958038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/>
            </a:lvl1pPr>
          </a:lstStyle>
          <a:p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35"/>
          </p:nvPr>
        </p:nvSpPr>
        <p:spPr>
          <a:xfrm>
            <a:off x="4737100" y="4185387"/>
            <a:ext cx="4050000" cy="170938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36"/>
          </p:nvPr>
        </p:nvSpPr>
        <p:spPr>
          <a:xfrm>
            <a:off x="358776" y="4185387"/>
            <a:ext cx="4050000" cy="170938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354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deling grafiek,tabel of SmartAr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30"/>
          </p:nvPr>
        </p:nvSpPr>
        <p:spPr>
          <a:xfrm>
            <a:off x="360000" y="1152000"/>
            <a:ext cx="4050000" cy="4726800"/>
          </a:xfrm>
          <a:solidFill>
            <a:schemeClr val="bg2"/>
          </a:solidFill>
        </p:spPr>
        <p:txBody>
          <a:bodyPr wrap="square"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31"/>
          </p:nvPr>
        </p:nvSpPr>
        <p:spPr>
          <a:xfrm>
            <a:off x="4737100" y="1152000"/>
            <a:ext cx="4050000" cy="4726800"/>
          </a:xfrm>
          <a:solidFill>
            <a:schemeClr val="bg2"/>
          </a:solidFill>
        </p:spPr>
        <p:txBody>
          <a:bodyPr wrap="square"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727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iedeling foto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6099174" y="1152000"/>
            <a:ext cx="2687925" cy="4726800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/>
            </a:lvl1pPr>
          </a:lstStyle>
          <a:p>
            <a:br>
              <a:rPr lang="nl-BE"/>
            </a:br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3235181" y="1152000"/>
            <a:ext cx="2687925" cy="4726800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/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358776" y="1152000"/>
            <a:ext cx="2689200" cy="4726800"/>
          </a:xfrm>
          <a:solidFill>
            <a:schemeClr val="bg2"/>
          </a:solidFill>
        </p:spPr>
        <p:txBody>
          <a:bodyPr/>
          <a:lstStyle>
            <a:lvl1pPr marL="0" marR="0" indent="0" algn="l" defTabSz="269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None/>
              <a:tabLst>
                <a:tab pos="266400" algn="l"/>
                <a:tab pos="270000" algn="l"/>
              </a:tabLst>
              <a:defRPr sz="1200" i="1"/>
            </a:lvl1pPr>
          </a:lstStyle>
          <a:p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br>
              <a:rPr lang="nl-BE"/>
            </a:br>
            <a:endParaRPr lang="nl-BE"/>
          </a:p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744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iedeling foto met toelichting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358776" y="1152000"/>
            <a:ext cx="2700337" cy="2958038"/>
          </a:xfrm>
          <a:solidFill>
            <a:schemeClr val="bg2"/>
          </a:solidFill>
        </p:spPr>
        <p:txBody>
          <a:bodyPr/>
          <a:lstStyle>
            <a:lvl1pPr marL="0" marR="0" indent="0" algn="l" defTabSz="269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Arial" panose="020B0604020202020204" pitchFamily="34" charset="0"/>
              <a:buNone/>
              <a:tabLst>
                <a:tab pos="266400" algn="l"/>
                <a:tab pos="270000" algn="l"/>
              </a:tabLst>
              <a:defRPr sz="1200" i="1"/>
            </a:lvl1pPr>
          </a:lstStyle>
          <a:p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br>
              <a:rPr lang="nl-BE"/>
            </a:br>
            <a:endParaRPr lang="nl-BE"/>
          </a:p>
          <a:p>
            <a:endParaRPr lang="en-GB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30"/>
          </p:nvPr>
        </p:nvSpPr>
        <p:spPr>
          <a:xfrm>
            <a:off x="6099174" y="1152000"/>
            <a:ext cx="2687925" cy="2958038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/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36"/>
          </p:nvPr>
        </p:nvSpPr>
        <p:spPr>
          <a:xfrm>
            <a:off x="358776" y="4194265"/>
            <a:ext cx="2700337" cy="170938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37"/>
          </p:nvPr>
        </p:nvSpPr>
        <p:spPr>
          <a:xfrm>
            <a:off x="3235181" y="1152000"/>
            <a:ext cx="2687925" cy="2958038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i="1"/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8"/>
          </p:nvPr>
        </p:nvSpPr>
        <p:spPr>
          <a:xfrm>
            <a:off x="3228975" y="4194265"/>
            <a:ext cx="2700337" cy="170938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39"/>
          </p:nvPr>
        </p:nvSpPr>
        <p:spPr>
          <a:xfrm>
            <a:off x="6099174" y="4194265"/>
            <a:ext cx="2700337" cy="1709385"/>
          </a:xfrm>
          <a:solidFill>
            <a:schemeClr val="bg2"/>
          </a:solidFill>
        </p:spPr>
        <p:txBody>
          <a:bodyPr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422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309600"/>
            <a:ext cx="9144000" cy="5711788"/>
          </a:xfrm>
          <a:solidFill>
            <a:schemeClr val="bg2"/>
          </a:solidFill>
        </p:spPr>
        <p:txBody>
          <a:bodyPr lIns="360000" tIns="900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sz="1200" i="1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‘afbeelding’ of ‘online afbeelding’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 foto delete, dien je de nieuwe foto terug op de achtergrond te plaatsen.</a:t>
            </a:r>
            <a:endParaRPr lang="en-GB"/>
          </a:p>
          <a:p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880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, grafiek of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>
            <a:spLocks noGrp="1"/>
          </p:cNvSpPr>
          <p:nvPr>
            <p:ph sz="quarter" idx="17" hasCustomPrompt="1"/>
          </p:nvPr>
        </p:nvSpPr>
        <p:spPr>
          <a:xfrm>
            <a:off x="358776" y="1151999"/>
            <a:ext cx="8428324" cy="4726800"/>
          </a:xfrm>
        </p:spPr>
        <p:txBody>
          <a:bodyPr lIns="0" t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sz="12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r>
              <a:rPr lang="nl-BE"/>
              <a:t>Klik op het icoon en voeg een tabel, grafiek of </a:t>
            </a:r>
            <a:r>
              <a:rPr lang="nl-BE" err="1"/>
              <a:t>SmartArt</a:t>
            </a:r>
            <a:r>
              <a:rPr lang="nl-BE"/>
              <a:t> in. </a:t>
            </a:r>
            <a:br>
              <a:rPr lang="nl-BE"/>
            </a:br>
            <a:r>
              <a:rPr lang="nl-NL"/>
              <a:t>Gebruik indien mogelijk </a:t>
            </a:r>
            <a:r>
              <a:rPr lang="nl-NL" err="1"/>
              <a:t>SmartArt</a:t>
            </a:r>
            <a:r>
              <a:rPr lang="nl-NL"/>
              <a:t> voor schema’s. Hou schema’s eenvoudig en</a:t>
            </a:r>
            <a:br>
              <a:rPr lang="nl-NL"/>
            </a:br>
            <a:r>
              <a:rPr lang="nl-NL"/>
              <a:t>laat details achterwege.</a:t>
            </a:r>
            <a:endParaRPr lang="en-GB"/>
          </a:p>
          <a:p>
            <a:pPr lvl="0"/>
            <a:endParaRPr lang="en-GB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55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, grafiek of SmartArt met toelich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20" hasCustomPrompt="1"/>
          </p:nvPr>
        </p:nvSpPr>
        <p:spPr>
          <a:xfrm>
            <a:off x="360000" y="1152000"/>
            <a:ext cx="5737225" cy="4726800"/>
          </a:xfrm>
        </p:spPr>
        <p:txBody>
          <a:bodyPr lIns="0" tIns="0"/>
          <a:lstStyle>
            <a:lvl1pPr marL="0" marR="0" indent="0" algn="l" defTabSz="2698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alibri" panose="020F0502020204030204" pitchFamily="34" charset="0"/>
              <a:buNone/>
              <a:tabLst>
                <a:tab pos="266700" algn="l"/>
              </a:tabLst>
              <a:defRPr sz="1200" i="1" baseline="0"/>
            </a:lvl1pPr>
            <a:lvl2pPr marL="265510" indent="0" defTabSz="739379">
              <a:buNone/>
              <a:defRPr/>
            </a:lvl2pPr>
            <a:lvl3pPr marL="804863" indent="-265510">
              <a:defRPr/>
            </a:lvl3pPr>
            <a:lvl4pPr marL="1288256" indent="-214313">
              <a:defRPr/>
            </a:lvl4pPr>
            <a:lvl5pPr marL="1288256" indent="-214313">
              <a:defRPr/>
            </a:lvl5pPr>
          </a:lstStyle>
          <a:p>
            <a:pPr marL="0" marR="0" lvl="0" indent="0" algn="l" defTabSz="269875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900"/>
              </a:spcAft>
              <a:buClr>
                <a:schemeClr val="accent2"/>
              </a:buClr>
              <a:buSzPct val="80000"/>
              <a:buFont typeface="Calibri" panose="020F0502020204030204" pitchFamily="34" charset="0"/>
              <a:buNone/>
              <a:tabLst>
                <a:tab pos="266700" algn="l"/>
              </a:tabLst>
              <a:defRPr/>
            </a:pPr>
            <a:r>
              <a:rPr lang="nl-BE"/>
              <a:t>Klik op het icoon en voeg hier een tabel, grafiek of </a:t>
            </a:r>
            <a:r>
              <a:rPr lang="nl-BE" err="1"/>
              <a:t>SmartArt</a:t>
            </a:r>
            <a:r>
              <a:rPr lang="nl-BE"/>
              <a:t> in. </a:t>
            </a:r>
            <a:br>
              <a:rPr lang="nl-BE"/>
            </a:br>
            <a:r>
              <a:rPr lang="nl-NL"/>
              <a:t>Gebruik indien mogelijk </a:t>
            </a:r>
            <a:r>
              <a:rPr lang="nl-NL" err="1"/>
              <a:t>SmartArt</a:t>
            </a:r>
            <a:r>
              <a:rPr lang="nl-NL"/>
              <a:t> voor schema’s. Hou schema’s eenvoudig en</a:t>
            </a:r>
            <a:br>
              <a:rPr lang="nl-NL"/>
            </a:br>
            <a:r>
              <a:rPr lang="nl-NL"/>
              <a:t>laat details achterwege.</a:t>
            </a:r>
            <a:endParaRPr lang="en-GB"/>
          </a:p>
          <a:p>
            <a:pPr lvl="0"/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25"/>
          </p:nvPr>
        </p:nvSpPr>
        <p:spPr>
          <a:xfrm>
            <a:off x="6236425" y="1152000"/>
            <a:ext cx="2548800" cy="4726800"/>
          </a:xfrm>
        </p:spPr>
        <p:txBody>
          <a:bodyPr/>
          <a:lstStyle>
            <a:lvl1pPr>
              <a:lnSpc>
                <a:spcPct val="100000"/>
              </a:lnSpc>
              <a:tabLst>
                <a:tab pos="266400" algn="l"/>
                <a:tab pos="270000" algn="l"/>
              </a:tabLst>
              <a:defRPr/>
            </a:lvl1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10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/>
          <p:cNvSpPr>
            <a:spLocks noGrp="1"/>
          </p:cNvSpPr>
          <p:nvPr>
            <p:ph type="pic" sz="quarter" idx="26" hasCustomPrompt="1"/>
          </p:nvPr>
        </p:nvSpPr>
        <p:spPr>
          <a:xfrm>
            <a:off x="0" y="309600"/>
            <a:ext cx="9144000" cy="5711788"/>
          </a:xfrm>
          <a:solidFill>
            <a:schemeClr val="bg2"/>
          </a:solidFill>
        </p:spPr>
        <p:txBody>
          <a:bodyPr lIns="360000" tIns="900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sz="1200" i="1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‘afbeelding’ of ‘online afbeelding’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 foto delete, dien je de nieuwe foto terug op de achtergrond te plaatsen.</a:t>
            </a:r>
            <a:endParaRPr lang="en-GB"/>
          </a:p>
          <a:p>
            <a:endParaRPr lang="en-GB"/>
          </a:p>
        </p:txBody>
      </p:sp>
      <p:sp>
        <p:nvSpPr>
          <p:cNvPr id="13" name="Tijdelijke aanduiding voor tekst 5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3916800"/>
            <a:ext cx="4213225" cy="646331"/>
          </a:xfrm>
          <a:solidFill>
            <a:srgbClr val="FFFFFF">
              <a:alpha val="85098"/>
            </a:srgbClr>
          </a:solidFill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900"/>
              </a:spcAft>
              <a:buNone/>
              <a:defRPr sz="1800" i="0" baseline="0"/>
            </a:lvl1pPr>
          </a:lstStyle>
          <a:p>
            <a:pPr lvl="0"/>
            <a:r>
              <a:rPr lang="nl-BE"/>
              <a:t>Typ hier een bijschrift bij de foto/kernidee van de slide.</a:t>
            </a:r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72000" y="3487885"/>
            <a:ext cx="1401494" cy="349200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endParaRPr lang="nl-BE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600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langrijke tekst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3"/>
          <p:cNvSpPr>
            <a:spLocks noGrp="1"/>
          </p:cNvSpPr>
          <p:nvPr>
            <p:ph type="pic" sz="quarter" idx="26" hasCustomPrompt="1"/>
          </p:nvPr>
        </p:nvSpPr>
        <p:spPr>
          <a:xfrm>
            <a:off x="0" y="309600"/>
            <a:ext cx="9144000" cy="5711788"/>
          </a:xfrm>
          <a:solidFill>
            <a:schemeClr val="bg2"/>
          </a:solidFill>
        </p:spPr>
        <p:txBody>
          <a:bodyPr lIns="360000" tIns="900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sz="1200" i="1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‘afbeelding’ of ‘online afbeelding’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 foto delete, dien je de nieuwe foto terug op de achtergrond te plaatsen.</a:t>
            </a:r>
            <a:endParaRPr lang="en-GB"/>
          </a:p>
          <a:p>
            <a:endParaRPr lang="en-GB"/>
          </a:p>
        </p:txBody>
      </p:sp>
      <p:sp>
        <p:nvSpPr>
          <p:cNvPr id="12" name="Tijdelijke aanduiding voor inhoud 25"/>
          <p:cNvSpPr>
            <a:spLocks noGrp="1"/>
          </p:cNvSpPr>
          <p:nvPr>
            <p:ph sz="quarter" idx="14" hasCustomPrompt="1"/>
          </p:nvPr>
        </p:nvSpPr>
        <p:spPr>
          <a:xfrm>
            <a:off x="4412849" y="3243417"/>
            <a:ext cx="3760838" cy="386054"/>
          </a:xfrm>
          <a:prstGeom prst="rect">
            <a:avLst/>
          </a:prstGeom>
          <a:solidFill>
            <a:schemeClr val="accent2"/>
          </a:solidFill>
        </p:spPr>
        <p:txBody>
          <a:bodyPr wrap="none" tIns="54000" bIns="54000" anchor="ctr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2000" b="0" kern="1200" cap="all" spc="0" baseline="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zijn UITERMATE GESCHIKT</a:t>
            </a:r>
          </a:p>
        </p:txBody>
      </p:sp>
      <p:sp>
        <p:nvSpPr>
          <p:cNvPr id="13" name="Tijdelijke aanduiding voor inhoud 25"/>
          <p:cNvSpPr>
            <a:spLocks noGrp="1"/>
          </p:cNvSpPr>
          <p:nvPr>
            <p:ph sz="quarter" idx="18" hasCustomPrompt="1"/>
          </p:nvPr>
        </p:nvSpPr>
        <p:spPr>
          <a:xfrm>
            <a:off x="4412850" y="3682249"/>
            <a:ext cx="4361963" cy="386054"/>
          </a:xfrm>
          <a:prstGeom prst="rect">
            <a:avLst/>
          </a:prstGeom>
          <a:solidFill>
            <a:schemeClr val="accent2"/>
          </a:solidFill>
        </p:spPr>
        <p:txBody>
          <a:bodyPr wrap="none" tIns="54000" bIns="54000" anchor="ctr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2000" b="0" kern="1200" cap="all" spc="0" baseline="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OM AANDACHT TE VESTIGEN OP</a:t>
            </a:r>
          </a:p>
        </p:txBody>
      </p:sp>
      <p:sp>
        <p:nvSpPr>
          <p:cNvPr id="14" name="Tijdelijke aanduiding voor inhoud 25"/>
          <p:cNvSpPr>
            <a:spLocks noGrp="1"/>
          </p:cNvSpPr>
          <p:nvPr>
            <p:ph sz="quarter" idx="19" hasCustomPrompt="1"/>
          </p:nvPr>
        </p:nvSpPr>
        <p:spPr>
          <a:xfrm>
            <a:off x="4412849" y="2804585"/>
            <a:ext cx="2468817" cy="386054"/>
          </a:xfrm>
          <a:prstGeom prst="rect">
            <a:avLst/>
          </a:prstGeom>
          <a:solidFill>
            <a:schemeClr val="accent2"/>
          </a:solidFill>
        </p:spPr>
        <p:txBody>
          <a:bodyPr wrap="none" tIns="54000" bIns="54000" anchor="ctr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2000" b="0" kern="1200" cap="all" spc="0" baseline="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DE ROZE BALKEN</a:t>
            </a:r>
          </a:p>
        </p:txBody>
      </p:sp>
      <p:sp>
        <p:nvSpPr>
          <p:cNvPr id="16" name="Tijdelijke aanduiding voor inhoud 25"/>
          <p:cNvSpPr>
            <a:spLocks noGrp="1"/>
          </p:cNvSpPr>
          <p:nvPr>
            <p:ph sz="quarter" idx="21" hasCustomPrompt="1"/>
          </p:nvPr>
        </p:nvSpPr>
        <p:spPr>
          <a:xfrm>
            <a:off x="4412849" y="4121082"/>
            <a:ext cx="3172472" cy="386054"/>
          </a:xfrm>
          <a:prstGeom prst="rect">
            <a:avLst/>
          </a:prstGeom>
          <a:solidFill>
            <a:schemeClr val="accent2"/>
          </a:solidFill>
        </p:spPr>
        <p:txBody>
          <a:bodyPr wrap="none" tIns="54000" bIns="54000" anchor="ctr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2000" b="0" kern="1200" cap="all" spc="0" baseline="0" dirty="0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/>
              <a:t>BELANGRIJKE INHOUD</a:t>
            </a: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97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allon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3"/>
          <p:cNvSpPr>
            <a:spLocks noGrp="1"/>
          </p:cNvSpPr>
          <p:nvPr>
            <p:ph type="pic" sz="quarter" idx="26" hasCustomPrompt="1"/>
          </p:nvPr>
        </p:nvSpPr>
        <p:spPr>
          <a:xfrm>
            <a:off x="0" y="309600"/>
            <a:ext cx="9144000" cy="5711788"/>
          </a:xfrm>
          <a:solidFill>
            <a:schemeClr val="bg2"/>
          </a:solidFill>
        </p:spPr>
        <p:txBody>
          <a:bodyPr lIns="360000" tIns="90000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sz="1200" i="1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r>
              <a:rPr lang="nl-BE"/>
              <a:t>Klik op het icoon of op de rand van het kader om een afbeelding toe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/>
              <a:t>&gt; kies ‘afbeelding’ of ‘online afbeelding’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 foto delete, dien je de nieuwe foto terug op de achtergrond te plaatsen.</a:t>
            </a:r>
            <a:endParaRPr lang="en-GB"/>
          </a:p>
          <a:p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5681709" y="861399"/>
            <a:ext cx="3462291" cy="1348401"/>
          </a:xfrm>
          <a:prstGeom prst="wedgeRectCallout">
            <a:avLst>
              <a:gd name="adj1" fmla="val -60573"/>
              <a:gd name="adj2" fmla="val -22189"/>
            </a:avLst>
          </a:prstGeom>
          <a:ln w="28575">
            <a:solidFill>
              <a:schemeClr val="tx2"/>
            </a:solidFill>
          </a:ln>
        </p:spPr>
        <p:txBody>
          <a:bodyPr lIns="180000" tIns="180000" rIns="180000" bIns="180000">
            <a:sp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None/>
              <a:tabLst>
                <a:tab pos="270000" algn="l"/>
              </a:tabLst>
              <a:defRPr sz="1600" baseline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3pPr>
            <a:lvl4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4pPr>
            <a:lvl5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 err="1"/>
              <a:t>Naast</a:t>
            </a:r>
            <a:r>
              <a:rPr lang="en-GB"/>
              <a:t> de </a:t>
            </a:r>
            <a:r>
              <a:rPr lang="en-GB" err="1"/>
              <a:t>roze</a:t>
            </a:r>
            <a:r>
              <a:rPr lang="en-GB"/>
              <a:t> </a:t>
            </a:r>
            <a:r>
              <a:rPr lang="en-GB" err="1"/>
              <a:t>balken</a:t>
            </a:r>
            <a:r>
              <a:rPr lang="en-GB"/>
              <a:t> </a:t>
            </a:r>
            <a:r>
              <a:rPr lang="en-GB" err="1"/>
              <a:t>dienen</a:t>
            </a:r>
            <a:r>
              <a:rPr lang="en-GB"/>
              <a:t> de </a:t>
            </a:r>
            <a:r>
              <a:rPr lang="en-GB" err="1"/>
              <a:t>tekstb</a:t>
            </a:r>
            <a:r>
              <a:rPr lang="nl-BE" err="1"/>
              <a:t>allonnen</a:t>
            </a:r>
            <a:r>
              <a:rPr lang="nl-BE"/>
              <a:t> om accenten te leggen op kortere stukken tekst of opsommingen.</a:t>
            </a:r>
            <a:endParaRPr lang="en-GB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31" hasCustomPrompt="1"/>
          </p:nvPr>
        </p:nvSpPr>
        <p:spPr>
          <a:xfrm>
            <a:off x="358775" y="4110038"/>
            <a:ext cx="2831042" cy="1594622"/>
          </a:xfrm>
          <a:prstGeom prst="wedgeRectCallout">
            <a:avLst>
              <a:gd name="adj1" fmla="val 64662"/>
              <a:gd name="adj2" fmla="val -22879"/>
            </a:avLst>
          </a:prstGeom>
          <a:ln w="28575">
            <a:solidFill>
              <a:schemeClr val="tx2"/>
            </a:solidFill>
          </a:ln>
        </p:spPr>
        <p:txBody>
          <a:bodyPr wrap="square" lIns="180000" tIns="180000" rIns="180000" bIns="18000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aseline="0"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err="1"/>
              <a:t>Verander</a:t>
            </a:r>
            <a:r>
              <a:rPr lang="en-US"/>
              <a:t> in </a:t>
            </a:r>
            <a:r>
              <a:rPr lang="en-US" err="1"/>
              <a:t>functie</a:t>
            </a:r>
            <a:r>
              <a:rPr lang="en-US"/>
              <a:t> van de </a:t>
            </a:r>
            <a:r>
              <a:rPr lang="en-US" err="1"/>
              <a:t>leesbaarheid</a:t>
            </a:r>
            <a:r>
              <a:rPr lang="en-US"/>
              <a:t> </a:t>
            </a:r>
            <a:r>
              <a:rPr lang="en-US" err="1"/>
              <a:t>eventueel</a:t>
            </a:r>
            <a:r>
              <a:rPr lang="en-US"/>
              <a:t> de </a:t>
            </a:r>
            <a:r>
              <a:rPr lang="en-US" err="1"/>
              <a:t>opvulkleur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/of de </a:t>
            </a:r>
            <a:r>
              <a:rPr lang="en-US" err="1"/>
              <a:t>omlijning</a:t>
            </a:r>
            <a:r>
              <a:rPr lang="en-US"/>
              <a:t> van het </a:t>
            </a:r>
            <a:r>
              <a:rPr lang="en-US" err="1"/>
              <a:t>kader</a:t>
            </a:r>
            <a:endParaRPr lang="nl-BE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33" hasCustomPrompt="1"/>
          </p:nvPr>
        </p:nvSpPr>
        <p:spPr>
          <a:xfrm>
            <a:off x="5124627" y="2512483"/>
            <a:ext cx="3646311" cy="3407261"/>
          </a:xfrm>
          <a:custGeom>
            <a:avLst/>
            <a:gdLst>
              <a:gd name="connsiteX0" fmla="*/ 0 w 3646311"/>
              <a:gd name="connsiteY0" fmla="*/ 0 h 2948839"/>
              <a:gd name="connsiteX1" fmla="*/ 2127015 w 3646311"/>
              <a:gd name="connsiteY1" fmla="*/ 0 h 2948839"/>
              <a:gd name="connsiteX2" fmla="*/ 2127015 w 3646311"/>
              <a:gd name="connsiteY2" fmla="*/ 0 h 2948839"/>
              <a:gd name="connsiteX3" fmla="*/ 3038593 w 3646311"/>
              <a:gd name="connsiteY3" fmla="*/ 0 h 2948839"/>
              <a:gd name="connsiteX4" fmla="*/ 3646311 w 3646311"/>
              <a:gd name="connsiteY4" fmla="*/ 0 h 2948839"/>
              <a:gd name="connsiteX5" fmla="*/ 3646311 w 3646311"/>
              <a:gd name="connsiteY5" fmla="*/ 1720156 h 2948839"/>
              <a:gd name="connsiteX6" fmla="*/ 3646311 w 3646311"/>
              <a:gd name="connsiteY6" fmla="*/ 1720156 h 2948839"/>
              <a:gd name="connsiteX7" fmla="*/ 3646311 w 3646311"/>
              <a:gd name="connsiteY7" fmla="*/ 2457366 h 2948839"/>
              <a:gd name="connsiteX8" fmla="*/ 3646311 w 3646311"/>
              <a:gd name="connsiteY8" fmla="*/ 2948839 h 2948839"/>
              <a:gd name="connsiteX9" fmla="*/ 3038593 w 3646311"/>
              <a:gd name="connsiteY9" fmla="*/ 2948839 h 2948839"/>
              <a:gd name="connsiteX10" fmla="*/ 2576410 w 3646311"/>
              <a:gd name="connsiteY10" fmla="*/ 3655617 h 2948839"/>
              <a:gd name="connsiteX11" fmla="*/ 2127015 w 3646311"/>
              <a:gd name="connsiteY11" fmla="*/ 2948839 h 2948839"/>
              <a:gd name="connsiteX12" fmla="*/ 0 w 3646311"/>
              <a:gd name="connsiteY12" fmla="*/ 2948839 h 2948839"/>
              <a:gd name="connsiteX13" fmla="*/ 0 w 3646311"/>
              <a:gd name="connsiteY13" fmla="*/ 2457366 h 2948839"/>
              <a:gd name="connsiteX14" fmla="*/ 0 w 3646311"/>
              <a:gd name="connsiteY14" fmla="*/ 1720156 h 2948839"/>
              <a:gd name="connsiteX15" fmla="*/ 0 w 3646311"/>
              <a:gd name="connsiteY15" fmla="*/ 1720156 h 2948839"/>
              <a:gd name="connsiteX16" fmla="*/ 0 w 3646311"/>
              <a:gd name="connsiteY16" fmla="*/ 0 h 2948839"/>
              <a:gd name="connsiteX0" fmla="*/ 0 w 3646311"/>
              <a:gd name="connsiteY0" fmla="*/ 0 h 3655617"/>
              <a:gd name="connsiteX1" fmla="*/ 2127015 w 3646311"/>
              <a:gd name="connsiteY1" fmla="*/ 0 h 3655617"/>
              <a:gd name="connsiteX2" fmla="*/ 2127015 w 3646311"/>
              <a:gd name="connsiteY2" fmla="*/ 0 h 3655617"/>
              <a:gd name="connsiteX3" fmla="*/ 3038593 w 3646311"/>
              <a:gd name="connsiteY3" fmla="*/ 0 h 3655617"/>
              <a:gd name="connsiteX4" fmla="*/ 3646311 w 3646311"/>
              <a:gd name="connsiteY4" fmla="*/ 0 h 3655617"/>
              <a:gd name="connsiteX5" fmla="*/ 3646311 w 3646311"/>
              <a:gd name="connsiteY5" fmla="*/ 1720156 h 3655617"/>
              <a:gd name="connsiteX6" fmla="*/ 3646311 w 3646311"/>
              <a:gd name="connsiteY6" fmla="*/ 1720156 h 3655617"/>
              <a:gd name="connsiteX7" fmla="*/ 3646311 w 3646311"/>
              <a:gd name="connsiteY7" fmla="*/ 2457366 h 3655617"/>
              <a:gd name="connsiteX8" fmla="*/ 3646311 w 3646311"/>
              <a:gd name="connsiteY8" fmla="*/ 2948839 h 3655617"/>
              <a:gd name="connsiteX9" fmla="*/ 3038593 w 3646311"/>
              <a:gd name="connsiteY9" fmla="*/ 2948839 h 3655617"/>
              <a:gd name="connsiteX10" fmla="*/ 2576410 w 3646311"/>
              <a:gd name="connsiteY10" fmla="*/ 3655617 h 3655617"/>
              <a:gd name="connsiteX11" fmla="*/ 2397949 w 3646311"/>
              <a:gd name="connsiteY11" fmla="*/ 2948839 h 3655617"/>
              <a:gd name="connsiteX12" fmla="*/ 0 w 3646311"/>
              <a:gd name="connsiteY12" fmla="*/ 2948839 h 3655617"/>
              <a:gd name="connsiteX13" fmla="*/ 0 w 3646311"/>
              <a:gd name="connsiteY13" fmla="*/ 2457366 h 3655617"/>
              <a:gd name="connsiteX14" fmla="*/ 0 w 3646311"/>
              <a:gd name="connsiteY14" fmla="*/ 1720156 h 3655617"/>
              <a:gd name="connsiteX15" fmla="*/ 0 w 3646311"/>
              <a:gd name="connsiteY15" fmla="*/ 1720156 h 3655617"/>
              <a:gd name="connsiteX16" fmla="*/ 0 w 3646311"/>
              <a:gd name="connsiteY16" fmla="*/ 0 h 3655617"/>
              <a:gd name="connsiteX0" fmla="*/ 0 w 3646311"/>
              <a:gd name="connsiteY0" fmla="*/ 0 h 3407261"/>
              <a:gd name="connsiteX1" fmla="*/ 2127015 w 3646311"/>
              <a:gd name="connsiteY1" fmla="*/ 0 h 3407261"/>
              <a:gd name="connsiteX2" fmla="*/ 2127015 w 3646311"/>
              <a:gd name="connsiteY2" fmla="*/ 0 h 3407261"/>
              <a:gd name="connsiteX3" fmla="*/ 3038593 w 3646311"/>
              <a:gd name="connsiteY3" fmla="*/ 0 h 3407261"/>
              <a:gd name="connsiteX4" fmla="*/ 3646311 w 3646311"/>
              <a:gd name="connsiteY4" fmla="*/ 0 h 3407261"/>
              <a:gd name="connsiteX5" fmla="*/ 3646311 w 3646311"/>
              <a:gd name="connsiteY5" fmla="*/ 1720156 h 3407261"/>
              <a:gd name="connsiteX6" fmla="*/ 3646311 w 3646311"/>
              <a:gd name="connsiteY6" fmla="*/ 1720156 h 3407261"/>
              <a:gd name="connsiteX7" fmla="*/ 3646311 w 3646311"/>
              <a:gd name="connsiteY7" fmla="*/ 2457366 h 3407261"/>
              <a:gd name="connsiteX8" fmla="*/ 3646311 w 3646311"/>
              <a:gd name="connsiteY8" fmla="*/ 2948839 h 3407261"/>
              <a:gd name="connsiteX9" fmla="*/ 3038593 w 3646311"/>
              <a:gd name="connsiteY9" fmla="*/ 2948839 h 3407261"/>
              <a:gd name="connsiteX10" fmla="*/ 2734455 w 3646311"/>
              <a:gd name="connsiteY10" fmla="*/ 3407261 h 3407261"/>
              <a:gd name="connsiteX11" fmla="*/ 2397949 w 3646311"/>
              <a:gd name="connsiteY11" fmla="*/ 2948839 h 3407261"/>
              <a:gd name="connsiteX12" fmla="*/ 0 w 3646311"/>
              <a:gd name="connsiteY12" fmla="*/ 2948839 h 3407261"/>
              <a:gd name="connsiteX13" fmla="*/ 0 w 3646311"/>
              <a:gd name="connsiteY13" fmla="*/ 2457366 h 3407261"/>
              <a:gd name="connsiteX14" fmla="*/ 0 w 3646311"/>
              <a:gd name="connsiteY14" fmla="*/ 1720156 h 3407261"/>
              <a:gd name="connsiteX15" fmla="*/ 0 w 3646311"/>
              <a:gd name="connsiteY15" fmla="*/ 1720156 h 3407261"/>
              <a:gd name="connsiteX16" fmla="*/ 0 w 3646311"/>
              <a:gd name="connsiteY16" fmla="*/ 0 h 3407261"/>
              <a:gd name="connsiteX0" fmla="*/ 0 w 3646311"/>
              <a:gd name="connsiteY0" fmla="*/ 0 h 3407261"/>
              <a:gd name="connsiteX1" fmla="*/ 2127015 w 3646311"/>
              <a:gd name="connsiteY1" fmla="*/ 0 h 3407261"/>
              <a:gd name="connsiteX2" fmla="*/ 2127015 w 3646311"/>
              <a:gd name="connsiteY2" fmla="*/ 0 h 3407261"/>
              <a:gd name="connsiteX3" fmla="*/ 3038593 w 3646311"/>
              <a:gd name="connsiteY3" fmla="*/ 0 h 3407261"/>
              <a:gd name="connsiteX4" fmla="*/ 3646311 w 3646311"/>
              <a:gd name="connsiteY4" fmla="*/ 0 h 3407261"/>
              <a:gd name="connsiteX5" fmla="*/ 3646311 w 3646311"/>
              <a:gd name="connsiteY5" fmla="*/ 1720156 h 3407261"/>
              <a:gd name="connsiteX6" fmla="*/ 3646311 w 3646311"/>
              <a:gd name="connsiteY6" fmla="*/ 1720156 h 3407261"/>
              <a:gd name="connsiteX7" fmla="*/ 3646311 w 3646311"/>
              <a:gd name="connsiteY7" fmla="*/ 2457366 h 3407261"/>
              <a:gd name="connsiteX8" fmla="*/ 3646311 w 3646311"/>
              <a:gd name="connsiteY8" fmla="*/ 2948839 h 3407261"/>
              <a:gd name="connsiteX9" fmla="*/ 3038593 w 3646311"/>
              <a:gd name="connsiteY9" fmla="*/ 2948839 h 3407261"/>
              <a:gd name="connsiteX10" fmla="*/ 2734455 w 3646311"/>
              <a:gd name="connsiteY10" fmla="*/ 3407261 h 3407261"/>
              <a:gd name="connsiteX11" fmla="*/ 2510838 w 3646311"/>
              <a:gd name="connsiteY11" fmla="*/ 2937550 h 3407261"/>
              <a:gd name="connsiteX12" fmla="*/ 0 w 3646311"/>
              <a:gd name="connsiteY12" fmla="*/ 2948839 h 3407261"/>
              <a:gd name="connsiteX13" fmla="*/ 0 w 3646311"/>
              <a:gd name="connsiteY13" fmla="*/ 2457366 h 3407261"/>
              <a:gd name="connsiteX14" fmla="*/ 0 w 3646311"/>
              <a:gd name="connsiteY14" fmla="*/ 1720156 h 3407261"/>
              <a:gd name="connsiteX15" fmla="*/ 0 w 3646311"/>
              <a:gd name="connsiteY15" fmla="*/ 1720156 h 3407261"/>
              <a:gd name="connsiteX16" fmla="*/ 0 w 3646311"/>
              <a:gd name="connsiteY16" fmla="*/ 0 h 3407261"/>
              <a:gd name="connsiteX0" fmla="*/ 0 w 3646311"/>
              <a:gd name="connsiteY0" fmla="*/ 0 h 3407261"/>
              <a:gd name="connsiteX1" fmla="*/ 2127015 w 3646311"/>
              <a:gd name="connsiteY1" fmla="*/ 0 h 3407261"/>
              <a:gd name="connsiteX2" fmla="*/ 2127015 w 3646311"/>
              <a:gd name="connsiteY2" fmla="*/ 0 h 3407261"/>
              <a:gd name="connsiteX3" fmla="*/ 3038593 w 3646311"/>
              <a:gd name="connsiteY3" fmla="*/ 0 h 3407261"/>
              <a:gd name="connsiteX4" fmla="*/ 3646311 w 3646311"/>
              <a:gd name="connsiteY4" fmla="*/ 0 h 3407261"/>
              <a:gd name="connsiteX5" fmla="*/ 3646311 w 3646311"/>
              <a:gd name="connsiteY5" fmla="*/ 1720156 h 3407261"/>
              <a:gd name="connsiteX6" fmla="*/ 3646311 w 3646311"/>
              <a:gd name="connsiteY6" fmla="*/ 1720156 h 3407261"/>
              <a:gd name="connsiteX7" fmla="*/ 3646311 w 3646311"/>
              <a:gd name="connsiteY7" fmla="*/ 2457366 h 3407261"/>
              <a:gd name="connsiteX8" fmla="*/ 3646311 w 3646311"/>
              <a:gd name="connsiteY8" fmla="*/ 2948839 h 3407261"/>
              <a:gd name="connsiteX9" fmla="*/ 2993438 w 3646311"/>
              <a:gd name="connsiteY9" fmla="*/ 2948839 h 3407261"/>
              <a:gd name="connsiteX10" fmla="*/ 2734455 w 3646311"/>
              <a:gd name="connsiteY10" fmla="*/ 3407261 h 3407261"/>
              <a:gd name="connsiteX11" fmla="*/ 2510838 w 3646311"/>
              <a:gd name="connsiteY11" fmla="*/ 2937550 h 3407261"/>
              <a:gd name="connsiteX12" fmla="*/ 0 w 3646311"/>
              <a:gd name="connsiteY12" fmla="*/ 2948839 h 3407261"/>
              <a:gd name="connsiteX13" fmla="*/ 0 w 3646311"/>
              <a:gd name="connsiteY13" fmla="*/ 2457366 h 3407261"/>
              <a:gd name="connsiteX14" fmla="*/ 0 w 3646311"/>
              <a:gd name="connsiteY14" fmla="*/ 1720156 h 3407261"/>
              <a:gd name="connsiteX15" fmla="*/ 0 w 3646311"/>
              <a:gd name="connsiteY15" fmla="*/ 1720156 h 3407261"/>
              <a:gd name="connsiteX16" fmla="*/ 0 w 3646311"/>
              <a:gd name="connsiteY16" fmla="*/ 0 h 3407261"/>
              <a:gd name="connsiteX0" fmla="*/ 0 w 3646311"/>
              <a:gd name="connsiteY0" fmla="*/ 0 h 3407261"/>
              <a:gd name="connsiteX1" fmla="*/ 2127015 w 3646311"/>
              <a:gd name="connsiteY1" fmla="*/ 0 h 3407261"/>
              <a:gd name="connsiteX2" fmla="*/ 2127015 w 3646311"/>
              <a:gd name="connsiteY2" fmla="*/ 0 h 3407261"/>
              <a:gd name="connsiteX3" fmla="*/ 3038593 w 3646311"/>
              <a:gd name="connsiteY3" fmla="*/ 0 h 3407261"/>
              <a:gd name="connsiteX4" fmla="*/ 3646311 w 3646311"/>
              <a:gd name="connsiteY4" fmla="*/ 0 h 3407261"/>
              <a:gd name="connsiteX5" fmla="*/ 3646311 w 3646311"/>
              <a:gd name="connsiteY5" fmla="*/ 1720156 h 3407261"/>
              <a:gd name="connsiteX6" fmla="*/ 3646311 w 3646311"/>
              <a:gd name="connsiteY6" fmla="*/ 1720156 h 3407261"/>
              <a:gd name="connsiteX7" fmla="*/ 3646311 w 3646311"/>
              <a:gd name="connsiteY7" fmla="*/ 2457366 h 3407261"/>
              <a:gd name="connsiteX8" fmla="*/ 3646311 w 3646311"/>
              <a:gd name="connsiteY8" fmla="*/ 2948839 h 3407261"/>
              <a:gd name="connsiteX9" fmla="*/ 2993438 w 3646311"/>
              <a:gd name="connsiteY9" fmla="*/ 2948839 h 3407261"/>
              <a:gd name="connsiteX10" fmla="*/ 2734455 w 3646311"/>
              <a:gd name="connsiteY10" fmla="*/ 3407261 h 3407261"/>
              <a:gd name="connsiteX11" fmla="*/ 2510838 w 3646311"/>
              <a:gd name="connsiteY11" fmla="*/ 2960127 h 3407261"/>
              <a:gd name="connsiteX12" fmla="*/ 0 w 3646311"/>
              <a:gd name="connsiteY12" fmla="*/ 2948839 h 3407261"/>
              <a:gd name="connsiteX13" fmla="*/ 0 w 3646311"/>
              <a:gd name="connsiteY13" fmla="*/ 2457366 h 3407261"/>
              <a:gd name="connsiteX14" fmla="*/ 0 w 3646311"/>
              <a:gd name="connsiteY14" fmla="*/ 1720156 h 3407261"/>
              <a:gd name="connsiteX15" fmla="*/ 0 w 3646311"/>
              <a:gd name="connsiteY15" fmla="*/ 1720156 h 3407261"/>
              <a:gd name="connsiteX16" fmla="*/ 0 w 3646311"/>
              <a:gd name="connsiteY16" fmla="*/ 0 h 3407261"/>
              <a:gd name="connsiteX0" fmla="*/ 0 w 3646311"/>
              <a:gd name="connsiteY0" fmla="*/ 0 h 3407261"/>
              <a:gd name="connsiteX1" fmla="*/ 2127015 w 3646311"/>
              <a:gd name="connsiteY1" fmla="*/ 0 h 3407261"/>
              <a:gd name="connsiteX2" fmla="*/ 2127015 w 3646311"/>
              <a:gd name="connsiteY2" fmla="*/ 0 h 3407261"/>
              <a:gd name="connsiteX3" fmla="*/ 3038593 w 3646311"/>
              <a:gd name="connsiteY3" fmla="*/ 0 h 3407261"/>
              <a:gd name="connsiteX4" fmla="*/ 3646311 w 3646311"/>
              <a:gd name="connsiteY4" fmla="*/ 0 h 3407261"/>
              <a:gd name="connsiteX5" fmla="*/ 3646311 w 3646311"/>
              <a:gd name="connsiteY5" fmla="*/ 1720156 h 3407261"/>
              <a:gd name="connsiteX6" fmla="*/ 3646311 w 3646311"/>
              <a:gd name="connsiteY6" fmla="*/ 1720156 h 3407261"/>
              <a:gd name="connsiteX7" fmla="*/ 3646311 w 3646311"/>
              <a:gd name="connsiteY7" fmla="*/ 2457366 h 3407261"/>
              <a:gd name="connsiteX8" fmla="*/ 3646311 w 3646311"/>
              <a:gd name="connsiteY8" fmla="*/ 2948839 h 3407261"/>
              <a:gd name="connsiteX9" fmla="*/ 2993438 w 3646311"/>
              <a:gd name="connsiteY9" fmla="*/ 2948839 h 3407261"/>
              <a:gd name="connsiteX10" fmla="*/ 2734455 w 3646311"/>
              <a:gd name="connsiteY10" fmla="*/ 3407261 h 3407261"/>
              <a:gd name="connsiteX11" fmla="*/ 2476972 w 3646311"/>
              <a:gd name="connsiteY11" fmla="*/ 2937549 h 3407261"/>
              <a:gd name="connsiteX12" fmla="*/ 0 w 3646311"/>
              <a:gd name="connsiteY12" fmla="*/ 2948839 h 3407261"/>
              <a:gd name="connsiteX13" fmla="*/ 0 w 3646311"/>
              <a:gd name="connsiteY13" fmla="*/ 2457366 h 3407261"/>
              <a:gd name="connsiteX14" fmla="*/ 0 w 3646311"/>
              <a:gd name="connsiteY14" fmla="*/ 1720156 h 3407261"/>
              <a:gd name="connsiteX15" fmla="*/ 0 w 3646311"/>
              <a:gd name="connsiteY15" fmla="*/ 1720156 h 3407261"/>
              <a:gd name="connsiteX16" fmla="*/ 0 w 3646311"/>
              <a:gd name="connsiteY16" fmla="*/ 0 h 340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46311" h="3407261">
                <a:moveTo>
                  <a:pt x="0" y="0"/>
                </a:moveTo>
                <a:lnTo>
                  <a:pt x="2127015" y="0"/>
                </a:lnTo>
                <a:lnTo>
                  <a:pt x="2127015" y="0"/>
                </a:lnTo>
                <a:lnTo>
                  <a:pt x="3038593" y="0"/>
                </a:lnTo>
                <a:lnTo>
                  <a:pt x="3646311" y="0"/>
                </a:lnTo>
                <a:lnTo>
                  <a:pt x="3646311" y="1720156"/>
                </a:lnTo>
                <a:lnTo>
                  <a:pt x="3646311" y="1720156"/>
                </a:lnTo>
                <a:lnTo>
                  <a:pt x="3646311" y="2457366"/>
                </a:lnTo>
                <a:lnTo>
                  <a:pt x="3646311" y="2948839"/>
                </a:lnTo>
                <a:lnTo>
                  <a:pt x="2993438" y="2948839"/>
                </a:lnTo>
                <a:lnTo>
                  <a:pt x="2734455" y="3407261"/>
                </a:lnTo>
                <a:lnTo>
                  <a:pt x="2476972" y="2937549"/>
                </a:lnTo>
                <a:lnTo>
                  <a:pt x="0" y="2948839"/>
                </a:lnTo>
                <a:lnTo>
                  <a:pt x="0" y="2457366"/>
                </a:lnTo>
                <a:lnTo>
                  <a:pt x="0" y="1720156"/>
                </a:lnTo>
                <a:lnTo>
                  <a:pt x="0" y="172015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8575">
            <a:solidFill>
              <a:schemeClr val="accent2"/>
            </a:solidFill>
          </a:ln>
        </p:spPr>
        <p:txBody>
          <a:bodyPr wrap="square" lIns="180000" tIns="180000" rIns="180000" bIns="180000">
            <a:spAutoFit/>
          </a:bodyPr>
          <a:lstStyle>
            <a:lvl1pPr marL="0" indent="0" algn="r">
              <a:buNone/>
              <a:defRPr sz="24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Gebruik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of </a:t>
            </a:r>
            <a:r>
              <a:rPr lang="en-US" err="1"/>
              <a:t>meerdere</a:t>
            </a:r>
            <a:r>
              <a:rPr lang="en-US"/>
              <a:t> </a:t>
            </a:r>
            <a:r>
              <a:rPr lang="en-US" err="1"/>
              <a:t>tekstballonnen</a:t>
            </a:r>
            <a:r>
              <a:rPr lang="en-US"/>
              <a:t>. </a:t>
            </a:r>
            <a:r>
              <a:rPr lang="en-US" err="1"/>
              <a:t>Positioneer</a:t>
            </a:r>
            <a:r>
              <a:rPr lang="en-US"/>
              <a:t> </a:t>
            </a:r>
            <a:r>
              <a:rPr lang="en-US" err="1"/>
              <a:t>ze</a:t>
            </a:r>
            <a:r>
              <a:rPr lang="en-US"/>
              <a:t> ten </a:t>
            </a:r>
            <a:r>
              <a:rPr lang="en-US" err="1"/>
              <a:t>opzichte</a:t>
            </a:r>
            <a:r>
              <a:rPr lang="en-US"/>
              <a:t> van de </a:t>
            </a:r>
            <a:r>
              <a:rPr lang="en-US" err="1"/>
              <a:t>foto</a:t>
            </a:r>
            <a:r>
              <a:rPr lang="en-US"/>
              <a:t>. </a:t>
            </a:r>
            <a:r>
              <a:rPr lang="en-US" err="1"/>
              <a:t>Verwijder</a:t>
            </a:r>
            <a:r>
              <a:rPr lang="en-US"/>
              <a:t> de </a:t>
            </a:r>
            <a:r>
              <a:rPr lang="en-US" err="1"/>
              <a:t>overige</a:t>
            </a:r>
            <a:r>
              <a:rPr lang="en-US"/>
              <a:t> </a:t>
            </a:r>
            <a:r>
              <a:rPr lang="en-US" err="1"/>
              <a:t>tekstballonnen</a:t>
            </a:r>
            <a:r>
              <a:rPr lang="en-US"/>
              <a:t>. </a:t>
            </a:r>
            <a:endParaRPr lang="nl-BE"/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34"/>
          </p:nvPr>
        </p:nvSpPr>
        <p:spPr>
          <a:xfrm>
            <a:off x="877712" y="2871719"/>
            <a:ext cx="2181401" cy="609737"/>
          </a:xfrm>
          <a:prstGeom prst="wedgeRectCallout">
            <a:avLst>
              <a:gd name="adj1" fmla="val 20177"/>
              <a:gd name="adj2" fmla="val -100787"/>
            </a:avLst>
          </a:prstGeom>
          <a:solidFill>
            <a:schemeClr val="accent2"/>
          </a:solidFill>
          <a:ln w="28575">
            <a:noFill/>
          </a:ln>
        </p:spPr>
        <p:txBody>
          <a:bodyPr wrap="square" lIns="180000" tIns="180000" rIns="180000" bIns="180000">
            <a:spAutoFit/>
          </a:bodyPr>
          <a:lstStyle>
            <a:lvl1pPr marL="0" indent="0" algn="r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None/>
              <a:tabLst>
                <a:tab pos="270000" algn="l"/>
              </a:tabLst>
              <a:defRPr sz="1600" baseline="0">
                <a:solidFill>
                  <a:schemeClr val="bg2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2pPr>
            <a:lvl3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3pPr>
            <a:lvl4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4pPr>
            <a:lvl5pPr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defRPr sz="16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677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coll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4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309600"/>
            <a:ext cx="6062033" cy="282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26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 lang="nl-BE" sz="1200" i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BE"/>
              <a:t>Klik op het icoon of op de rand van het kader om een afbeelding in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kies </a:t>
            </a:r>
            <a:r>
              <a:rPr lang="nl-BE"/>
              <a:t>afbeelding of online afbeelding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</a:t>
            </a:r>
            <a:r>
              <a:rPr lang="nl-BE" baseline="0"/>
              <a:t>kies meteen de 5 afbeeldingen die je op deze slide wil invoegen.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deze foto delete, dien je een nieuwe foto terug op de achtergrond te plaatsen.</a:t>
            </a:r>
            <a:endParaRPr lang="en-GB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br>
              <a:rPr lang="nl-BE"/>
            </a:br>
            <a:endParaRPr lang="en-GB"/>
          </a:p>
        </p:txBody>
      </p:sp>
      <p:sp>
        <p:nvSpPr>
          <p:cNvPr id="9" name="Tijdelijke aanduiding voor afbeelding 4"/>
          <p:cNvSpPr>
            <a:spLocks noGrp="1"/>
          </p:cNvSpPr>
          <p:nvPr>
            <p:ph type="pic" sz="quarter" idx="36" hasCustomPrompt="1"/>
          </p:nvPr>
        </p:nvSpPr>
        <p:spPr>
          <a:xfrm>
            <a:off x="6156000" y="309600"/>
            <a:ext cx="2988000" cy="1854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tIns="54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															</a:t>
            </a:r>
            <a:endParaRPr lang="en-GB"/>
          </a:p>
        </p:txBody>
      </p:sp>
      <p:sp>
        <p:nvSpPr>
          <p:cNvPr id="8" name="Tijdelijke aanduiding voor afbeelding 4"/>
          <p:cNvSpPr>
            <a:spLocks noGrp="1"/>
          </p:cNvSpPr>
          <p:nvPr>
            <p:ph type="pic" sz="quarter" idx="43"/>
          </p:nvPr>
        </p:nvSpPr>
        <p:spPr>
          <a:xfrm>
            <a:off x="6156000" y="4177378"/>
            <a:ext cx="2988000" cy="183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3" name="Tijdelijke aanduiding voor tekst 6"/>
          <p:cNvSpPr>
            <a:spLocks noGrp="1"/>
          </p:cNvSpPr>
          <p:nvPr>
            <p:ph type="body" sz="quarter" idx="38" hasCustomPrompt="1"/>
          </p:nvPr>
        </p:nvSpPr>
        <p:spPr>
          <a:xfrm>
            <a:off x="6156000" y="2238804"/>
            <a:ext cx="2988000" cy="1854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wrap="square" lIns="180000" tIns="144000" rIns="360000" bIns="108000">
            <a:noAutofit/>
          </a:bodyPr>
          <a:lstStyle>
            <a:lvl1pPr marL="0" indent="0">
              <a:lnSpc>
                <a:spcPct val="100000"/>
              </a:lnSpc>
              <a:buClr>
                <a:schemeClr val="bg2"/>
              </a:buClr>
              <a:buNone/>
              <a:defRPr lang="en-GB" sz="1800" i="0" kern="120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2pPr>
            <a:lvl3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3pPr>
            <a:lvl4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4pPr>
            <a:lvl5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nl-NL"/>
              <a:t>Maak een fotocollage en geef hier een toelichting bij de collage. </a:t>
            </a:r>
            <a:endParaRPr lang="en-GB"/>
          </a:p>
        </p:txBody>
      </p:sp>
      <p:sp>
        <p:nvSpPr>
          <p:cNvPr id="11" name="Tijdelijke aanduiding voor afbeelding 4"/>
          <p:cNvSpPr>
            <a:spLocks noGrp="1"/>
          </p:cNvSpPr>
          <p:nvPr>
            <p:ph type="pic" sz="quarter" idx="35"/>
          </p:nvPr>
        </p:nvSpPr>
        <p:spPr>
          <a:xfrm>
            <a:off x="3074033" y="3204000"/>
            <a:ext cx="2988000" cy="28116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2" name="Tijdelijke aanduiding voor afbeelding 4"/>
          <p:cNvSpPr>
            <a:spLocks noGrp="1"/>
          </p:cNvSpPr>
          <p:nvPr>
            <p:ph type="pic" sz="quarter" idx="16"/>
          </p:nvPr>
        </p:nvSpPr>
        <p:spPr>
          <a:xfrm>
            <a:off x="-164" y="3205378"/>
            <a:ext cx="2988000" cy="28116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216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044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collag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4"/>
          <p:cNvSpPr>
            <a:spLocks noGrp="1"/>
          </p:cNvSpPr>
          <p:nvPr>
            <p:ph type="pic" sz="quarter" idx="46"/>
          </p:nvPr>
        </p:nvSpPr>
        <p:spPr>
          <a:xfrm>
            <a:off x="3078000" y="309600"/>
            <a:ext cx="2988000" cy="1854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BE" sz="1200" i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2" name="Tijdelijke aanduiding voor afbeelding 4"/>
          <p:cNvSpPr>
            <a:spLocks noGrp="1"/>
          </p:cNvSpPr>
          <p:nvPr>
            <p:ph type="pic" sz="quarter" idx="36" hasCustomPrompt="1"/>
          </p:nvPr>
        </p:nvSpPr>
        <p:spPr>
          <a:xfrm>
            <a:off x="6156000" y="309600"/>
            <a:ext cx="2988000" cy="1854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															</a:t>
            </a:r>
            <a:endParaRPr lang="en-GB"/>
          </a:p>
        </p:txBody>
      </p:sp>
      <p:sp>
        <p:nvSpPr>
          <p:cNvPr id="13" name="Tijdelijke aanduiding voor afbeelding 4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09600"/>
            <a:ext cx="2988000" cy="1854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180000" tIns="7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BE" sz="1200" i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BE"/>
              <a:t>Klik op het icoon of op de rand van het kader om een afbeelding in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kies </a:t>
            </a:r>
            <a:r>
              <a:rPr lang="nl-BE"/>
              <a:t>afbeelding of online afbeelding</a:t>
            </a:r>
            <a:br>
              <a:rPr lang="nl-BE" baseline="0"/>
            </a:br>
            <a:r>
              <a:rPr lang="nl-BE">
                <a:latin typeface="Calibri" panose="020F0502020204030204" pitchFamily="34" charset="0"/>
              </a:rPr>
              <a:t>&gt; </a:t>
            </a:r>
            <a:r>
              <a:rPr lang="nl-BE" baseline="0"/>
              <a:t>kies meteen de 8 afbeeldingen die je op deze slide wil invoegen. </a:t>
            </a: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 baseline="0"/>
            </a:br>
            <a:endParaRPr lang="en-GB"/>
          </a:p>
        </p:txBody>
      </p:sp>
      <p:sp>
        <p:nvSpPr>
          <p:cNvPr id="8" name="Tijdelijke aanduiding voor afbeelding 4"/>
          <p:cNvSpPr>
            <a:spLocks noGrp="1"/>
          </p:cNvSpPr>
          <p:nvPr>
            <p:ph type="pic" sz="quarter" idx="35"/>
          </p:nvPr>
        </p:nvSpPr>
        <p:spPr>
          <a:xfrm>
            <a:off x="3078000" y="4176000"/>
            <a:ext cx="2988000" cy="183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9" name="Tijdelijke aanduiding voor tekst 6"/>
          <p:cNvSpPr>
            <a:spLocks noGrp="1"/>
          </p:cNvSpPr>
          <p:nvPr>
            <p:ph type="body" sz="quarter" idx="38" hasCustomPrompt="1"/>
          </p:nvPr>
        </p:nvSpPr>
        <p:spPr>
          <a:xfrm>
            <a:off x="3078000" y="2236365"/>
            <a:ext cx="2988000" cy="1854000"/>
          </a:xfrm>
          <a:prstGeom prst="rect">
            <a:avLst/>
          </a:prstGeom>
          <a:solidFill>
            <a:schemeClr val="tx2"/>
          </a:solidFill>
          <a:ln w="38100">
            <a:noFill/>
          </a:ln>
        </p:spPr>
        <p:txBody>
          <a:bodyPr lIns="144000" tIns="180000" rIns="360000" bIns="108000">
            <a:noAutofit/>
          </a:bodyPr>
          <a:lstStyle>
            <a:lvl1pPr marL="0" indent="0">
              <a:lnSpc>
                <a:spcPct val="100000"/>
              </a:lnSpc>
              <a:buClr>
                <a:schemeClr val="bg2"/>
              </a:buClr>
              <a:buNone/>
              <a:defRPr lang="en-GB" sz="1800" i="0" kern="120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2pPr>
            <a:lvl3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3pPr>
            <a:lvl4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4pPr>
            <a:lvl5pPr>
              <a:buClr>
                <a:schemeClr val="bg2"/>
              </a:buClr>
              <a:defRPr sz="1350"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nl-NL"/>
              <a:t>Maak een fotocollage en geef hier een toelichting bij de collage. </a:t>
            </a:r>
            <a:endParaRPr lang="en-GB"/>
          </a:p>
        </p:txBody>
      </p:sp>
      <p:sp>
        <p:nvSpPr>
          <p:cNvPr id="11" name="Tijdelijke aanduiding voor afbeelding 4"/>
          <p:cNvSpPr>
            <a:spLocks noGrp="1"/>
          </p:cNvSpPr>
          <p:nvPr>
            <p:ph type="pic" sz="quarter" idx="43"/>
          </p:nvPr>
        </p:nvSpPr>
        <p:spPr>
          <a:xfrm>
            <a:off x="6156000" y="4176000"/>
            <a:ext cx="2988000" cy="183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4" name="Tijdelijke aanduiding voor afbeelding 4"/>
          <p:cNvSpPr>
            <a:spLocks noGrp="1"/>
          </p:cNvSpPr>
          <p:nvPr>
            <p:ph type="pic" sz="quarter" idx="16"/>
          </p:nvPr>
        </p:nvSpPr>
        <p:spPr>
          <a:xfrm>
            <a:off x="0" y="4176000"/>
            <a:ext cx="2988000" cy="183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5" name="Tijdelijke aanduiding voor afbeelding 4"/>
          <p:cNvSpPr>
            <a:spLocks noGrp="1"/>
          </p:cNvSpPr>
          <p:nvPr>
            <p:ph type="pic" sz="quarter" idx="44"/>
          </p:nvPr>
        </p:nvSpPr>
        <p:spPr>
          <a:xfrm>
            <a:off x="0" y="2236365"/>
            <a:ext cx="2988000" cy="1854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/>
              <a:t>Sleep de afbeelding naar de tijdelijke aanduiding of klik op het pictogram als u een afbeelding wilt toevoegen</a:t>
            </a:r>
            <a:endParaRPr lang="en-GB"/>
          </a:p>
        </p:txBody>
      </p:sp>
      <p:sp>
        <p:nvSpPr>
          <p:cNvPr id="16" name="Tijdelijke aanduiding voor afbeelding 4"/>
          <p:cNvSpPr>
            <a:spLocks noGrp="1"/>
          </p:cNvSpPr>
          <p:nvPr>
            <p:ph type="pic" sz="quarter" idx="45" hasCustomPrompt="1"/>
          </p:nvPr>
        </p:nvSpPr>
        <p:spPr>
          <a:xfrm>
            <a:off x="6156000" y="2236364"/>
            <a:ext cx="2988000" cy="1854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180000">
            <a:noAutofit/>
          </a:bodyPr>
          <a:lstStyle>
            <a:lvl1pPr marL="0" indent="0">
              <a:buNone/>
              <a:defRPr lang="en-GB" sz="1200" i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															</a:t>
            </a:r>
            <a:endParaRPr lang="en-GB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9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024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9" hasCustomPrompt="1"/>
          </p:nvPr>
        </p:nvSpPr>
        <p:spPr>
          <a:xfrm>
            <a:off x="-1" y="3204000"/>
            <a:ext cx="6062400" cy="2812614"/>
          </a:xfrm>
          <a:solidFill>
            <a:schemeClr val="bg2"/>
          </a:solidFill>
          <a:ln w="38100">
            <a:noFill/>
          </a:ln>
        </p:spPr>
        <p:txBody>
          <a:bodyPr lIns="360000" tIns="360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lang="en-GB" sz="1200" i="1">
                <a:solidFill>
                  <a:schemeClr val="tx1">
                    <a:lumMod val="65000"/>
                    <a:lumOff val="35000"/>
                  </a:schemeClr>
                </a:solidFill>
                <a:effectLst/>
              </a:defRPr>
            </a:lvl1pPr>
          </a:lstStyle>
          <a:p>
            <a:br>
              <a:rPr lang="nl-BE"/>
            </a:br>
            <a:endParaRPr lang="nl-BE"/>
          </a:p>
          <a:p>
            <a:endParaRPr lang="en-GB"/>
          </a:p>
        </p:txBody>
      </p:sp>
      <p:sp>
        <p:nvSpPr>
          <p:cNvPr id="15" name="Tijdelijke aanduiding voor afbeelding 4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309600"/>
            <a:ext cx="6062033" cy="2826000"/>
          </a:xfrm>
          <a:prstGeom prst="rect">
            <a:avLst/>
          </a:prstGeom>
          <a:solidFill>
            <a:schemeClr val="bg2"/>
          </a:solidFill>
          <a:ln w="38100">
            <a:noFill/>
          </a:ln>
          <a:effectLst/>
        </p:spPr>
        <p:txBody>
          <a:bodyPr lIns="360000" tIns="972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 lang="nl-BE" sz="1200" i="1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BE"/>
              <a:t>Klik op het icoon of op de rand van het kader om een afbeelding in te voegen</a:t>
            </a:r>
            <a:br>
              <a:rPr lang="nl-BE"/>
            </a:br>
            <a:r>
              <a:rPr lang="nl-BE"/>
              <a:t>&gt; ga naar tabblad invoegen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kies </a:t>
            </a:r>
            <a:r>
              <a:rPr lang="nl-BE"/>
              <a:t>afbeelding of online afbeelding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</a:t>
            </a:r>
            <a:r>
              <a:rPr lang="nl-BE" baseline="0"/>
              <a:t>kies meteen de 3 afbeeldingen die je op deze slide wil invoegen.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deze foto delete, dien je een nieuwe foto terug op de achtergrond te plaatsen.</a:t>
            </a:r>
            <a:endParaRPr lang="en-GB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Tx/>
              <a:buFont typeface="Arial" panose="020B0604020202020204" pitchFamily="34" charset="0"/>
              <a:buNone/>
              <a:tabLst/>
              <a:defRPr/>
            </a:pPr>
            <a:br>
              <a:rPr lang="nl-BE"/>
            </a:br>
            <a:endParaRPr lang="en-GB"/>
          </a:p>
        </p:txBody>
      </p:sp>
      <p:sp>
        <p:nvSpPr>
          <p:cNvPr id="8" name="Picture Placeholder 13"/>
          <p:cNvSpPr>
            <a:spLocks noGrp="1"/>
          </p:cNvSpPr>
          <p:nvPr>
            <p:ph type="pic" sz="quarter" idx="20" hasCustomPrompt="1"/>
          </p:nvPr>
        </p:nvSpPr>
        <p:spPr>
          <a:xfrm>
            <a:off x="6156000" y="307776"/>
            <a:ext cx="2988000" cy="5708838"/>
          </a:xfrm>
          <a:ln w="38100">
            <a:noFill/>
          </a:ln>
        </p:spPr>
        <p:txBody>
          <a:bodyPr lIns="252000" tIns="756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5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132160" algn="l"/>
              </a:tabLst>
              <a:defRPr lang="en-GB" sz="1200" i="1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br>
              <a:rPr lang="nl-BE"/>
            </a:br>
            <a:endParaRPr lang="nl-BE"/>
          </a:p>
          <a:p>
            <a:endParaRPr lang="en-GB"/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7009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0" y="307777"/>
            <a:ext cx="9144000" cy="5708838"/>
          </a:xfrm>
        </p:spPr>
        <p:txBody>
          <a:bodyPr lIns="360000" tIns="428400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 sz="12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r>
              <a:rPr lang="nl-BE"/>
              <a:t>Klik op het icoon of op de rand van het kader om een afbeelding in te voegen</a:t>
            </a:r>
            <a:br>
              <a:rPr lang="nl-BE"/>
            </a:br>
            <a:r>
              <a:rPr lang="nl-BE">
                <a:latin typeface="Calibri" panose="020F0502020204030204" pitchFamily="34" charset="0"/>
              </a:rPr>
              <a:t>&gt; ga naar tabblad invoegen</a:t>
            </a:r>
            <a:br>
              <a:rPr lang="nl-BE">
                <a:latin typeface="Calibri" panose="020F0502020204030204" pitchFamily="34" charset="0"/>
              </a:rPr>
            </a:br>
            <a:r>
              <a:rPr lang="nl-BE">
                <a:latin typeface="Calibri" panose="020F0502020204030204" pitchFamily="34" charset="0"/>
              </a:rPr>
              <a:t>&gt; kies </a:t>
            </a:r>
            <a:r>
              <a:rPr lang="nl-BE"/>
              <a:t>afbeelding of online afbeelding</a:t>
            </a:r>
            <a:br>
              <a:rPr lang="nl-BE"/>
            </a:br>
            <a:r>
              <a:rPr lang="nl-BE"/>
              <a:t>Via ‘</a:t>
            </a:r>
            <a:r>
              <a:rPr lang="nl-BE" err="1"/>
              <a:t>crop</a:t>
            </a:r>
            <a:r>
              <a:rPr lang="nl-BE"/>
              <a:t>’ kan je de afbeelding binnen het fotokader veranderen van positie (fit or </a:t>
            </a:r>
            <a:r>
              <a:rPr lang="nl-BE" err="1"/>
              <a:t>fill</a:t>
            </a:r>
            <a:r>
              <a:rPr lang="nl-BE"/>
              <a:t>).</a:t>
            </a:r>
            <a:br>
              <a:rPr lang="nl-BE"/>
            </a:br>
            <a:r>
              <a:rPr lang="nl-BE"/>
              <a:t>Indien je de foto delete, dien je een nieuwe foto terug op de achtergrond te plaatsen.</a:t>
            </a:r>
            <a:endParaRPr lang="en-GB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tx2"/>
              </a:buClr>
              <a:buSzTx/>
              <a:buFont typeface="Calibri" panose="020F0502020204030204" pitchFamily="34" charset="0"/>
              <a:buNone/>
              <a:tabLst>
                <a:tab pos="272654" algn="l"/>
              </a:tabLst>
              <a:defRPr/>
            </a:pPr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58775" y="1501355"/>
            <a:ext cx="7443448" cy="503590"/>
          </a:xfrm>
          <a:solidFill>
            <a:schemeClr val="accent2"/>
          </a:solidFill>
        </p:spPr>
        <p:txBody>
          <a:bodyPr wrap="none" tIns="36000" bIns="3600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cap="all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BE"/>
              <a:t>pas de puntgrootte </a:t>
            </a:r>
            <a:r>
              <a:rPr lang="nl-BE" err="1"/>
              <a:t>zonodig</a:t>
            </a:r>
            <a:r>
              <a:rPr lang="nl-BE"/>
              <a:t> aan</a:t>
            </a:r>
            <a:endParaRPr lang="en-GB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367653" y="2074775"/>
            <a:ext cx="4872616" cy="503590"/>
          </a:xfrm>
          <a:solidFill>
            <a:schemeClr val="accent2"/>
          </a:solidFill>
        </p:spPr>
        <p:txBody>
          <a:bodyPr wrap="none" tIns="36000" bIns="3600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cap="all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BE"/>
              <a:t>verwijder de balken </a:t>
            </a:r>
            <a:endParaRPr lang="en-GB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358775" y="4107600"/>
            <a:ext cx="1532664" cy="349702"/>
          </a:xfrm>
          <a:solidFill>
            <a:schemeClr val="accent2"/>
          </a:solidFill>
        </p:spPr>
        <p:txBody>
          <a:bodyPr wrap="none" tIns="36000" bIns="3600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BE"/>
              <a:t>bron citaat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373362" y="2648196"/>
            <a:ext cx="4947188" cy="503590"/>
          </a:xfrm>
          <a:solidFill>
            <a:schemeClr val="accent2"/>
          </a:solidFill>
        </p:spPr>
        <p:txBody>
          <a:bodyPr wrap="none" tIns="36000" bIns="3600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cap="all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BE"/>
              <a:t>die je niet nodig hebt</a:t>
            </a:r>
            <a:endParaRPr lang="en-GB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373362" y="3221617"/>
            <a:ext cx="2583528" cy="503590"/>
          </a:xfrm>
          <a:solidFill>
            <a:schemeClr val="accent2"/>
          </a:solidFill>
        </p:spPr>
        <p:txBody>
          <a:bodyPr wrap="none" tIns="36000" bIns="3600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cap="all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BE"/>
              <a:t>extra balk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358775" y="927935"/>
            <a:ext cx="5055487" cy="503590"/>
          </a:xfrm>
          <a:solidFill>
            <a:schemeClr val="accent2"/>
          </a:solidFill>
        </p:spPr>
        <p:txBody>
          <a:bodyPr wrap="none" tIns="36000" bIns="3600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cap="all" spc="1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nl-BE"/>
              <a:t>PLAATS HIER EEN CITAAT</a:t>
            </a:r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749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dia Placeholder 6"/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310088"/>
            <a:ext cx="9144000" cy="5706526"/>
          </a:xfrm>
          <a:solidFill>
            <a:schemeClr val="bg2"/>
          </a:solidFill>
        </p:spPr>
        <p:txBody>
          <a:bodyPr lIns="396000" tIns="104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i="1" baseline="0">
                <a:solidFill>
                  <a:schemeClr val="tx1"/>
                </a:solidFill>
              </a:defRPr>
            </a:lvl1pPr>
          </a:lstStyle>
          <a:p>
            <a:r>
              <a:rPr lang="nl-BE"/>
              <a:t>Voeg hier een videofragment in. </a:t>
            </a:r>
            <a:br>
              <a:rPr lang="nl-BE"/>
            </a:br>
            <a:r>
              <a:rPr lang="nl-BE"/>
              <a:t>WERKWIJZE 1 </a:t>
            </a:r>
            <a:br>
              <a:rPr lang="nl-BE"/>
            </a:br>
            <a:r>
              <a:rPr lang="nl-BE"/>
              <a:t>1 ga naar een website (</a:t>
            </a:r>
            <a:r>
              <a:rPr lang="nl-BE" err="1"/>
              <a:t>Youtube,Howest</a:t>
            </a:r>
            <a:r>
              <a:rPr lang="nl-BE"/>
              <a:t>,…), kies een </a:t>
            </a:r>
            <a:r>
              <a:rPr lang="nl-BE" err="1"/>
              <a:t>fimpje</a:t>
            </a:r>
            <a:r>
              <a:rPr lang="nl-BE"/>
              <a:t>, klik op de rechtermuisknop en kopieer de insluitcode</a:t>
            </a:r>
            <a:br>
              <a:rPr lang="nl-BE"/>
            </a:br>
            <a:r>
              <a:rPr lang="nl-BE"/>
              <a:t>2 klik op het video icoon en kies ‘</a:t>
            </a:r>
            <a:r>
              <a:rPr lang="nl-BE" err="1"/>
              <a:t>from</a:t>
            </a:r>
            <a:r>
              <a:rPr lang="nl-BE"/>
              <a:t> a video </a:t>
            </a:r>
            <a:r>
              <a:rPr lang="nl-BE" err="1"/>
              <a:t>embed</a:t>
            </a:r>
            <a:r>
              <a:rPr lang="nl-BE"/>
              <a:t> code’, plak de code in het kader en klik op enter.</a:t>
            </a:r>
            <a:br>
              <a:rPr lang="nl-BE"/>
            </a:br>
            <a:r>
              <a:rPr lang="nl-BE"/>
              <a:t>3 Controleer of de video werkelijk afspeelt in de Slide Show weergave. </a:t>
            </a:r>
            <a:br>
              <a:rPr lang="nl-BE"/>
            </a:br>
            <a:r>
              <a:rPr lang="nl-BE"/>
              <a:t>WERKWIJZE 2 </a:t>
            </a:r>
            <a:br>
              <a:rPr lang="nl-BE"/>
            </a:br>
            <a:r>
              <a:rPr lang="nl-BE"/>
              <a:t>1 klik op bestand – kies opties – lint aanpassen. Plaats een  vinkje bij het tabblad Ontwikkelaars (rechter kolom)</a:t>
            </a:r>
            <a:br>
              <a:rPr lang="nl-BE"/>
            </a:br>
            <a:r>
              <a:rPr lang="nl-BE"/>
              <a:t>2 ga naar het tabblad Ontwikkelaars en kies ‘meer besturingselementen’</a:t>
            </a:r>
            <a:br>
              <a:rPr lang="nl-BE"/>
            </a:br>
            <a:r>
              <a:rPr lang="nl-BE"/>
              <a:t>3 Selecteer Shockwave Flash Object uit de lijst. Houd de rechtermuisknop in en maak een kader voor </a:t>
            </a:r>
            <a:br>
              <a:rPr lang="nl-BE"/>
            </a:br>
            <a:r>
              <a:rPr lang="nl-BE"/>
              <a:t>de film aan op je dia. </a:t>
            </a:r>
            <a:br>
              <a:rPr lang="nl-BE"/>
            </a:br>
            <a:r>
              <a:rPr lang="nl-BE"/>
              <a:t>4 kies op het tabblad ‘ontwikkelaars’ de optie ‘eigenschappen’</a:t>
            </a:r>
            <a:br>
              <a:rPr lang="nl-BE"/>
            </a:br>
            <a:r>
              <a:rPr lang="nl-BE"/>
              <a:t>5 Open Internet Explorer en </a:t>
            </a:r>
            <a:r>
              <a:rPr lang="nl-BE" err="1"/>
              <a:t>Youtube</a:t>
            </a:r>
            <a:r>
              <a:rPr lang="nl-BE"/>
              <a:t> en ga naar het filmpje toe. Kopieer de URL van het filmpje in de adresbalk bovenaan en plak dit in het eigenschappenvenster bij de optie Movie. Let wel: vervang in de gekopieerde tekst ‘</a:t>
            </a:r>
            <a:r>
              <a:rPr lang="nl-BE" err="1"/>
              <a:t>watch?v</a:t>
            </a:r>
            <a:r>
              <a:rPr lang="nl-BE"/>
              <a:t>=‘ door ‘v/’</a:t>
            </a:r>
            <a:br>
              <a:rPr lang="nl-BE"/>
            </a:br>
            <a:r>
              <a:rPr lang="nl-BE"/>
              <a:t>6 start de diavoorstelling</a:t>
            </a:r>
          </a:p>
          <a:p>
            <a:br>
              <a:rPr lang="nl-BE"/>
            </a:br>
            <a:endParaRPr lang="en-GB"/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360000" y="715334"/>
            <a:ext cx="3079326" cy="369332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err="1"/>
              <a:t>Kernidee</a:t>
            </a:r>
            <a:r>
              <a:rPr lang="en-US"/>
              <a:t> van de slide</a:t>
            </a:r>
            <a:endParaRPr lang="nl-BE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Titel v</a:t>
            </a:r>
            <a:r>
              <a:rPr lang="nl-BE"/>
              <a:t>an de uiteenzetting /  Deel van de uiteenzetting</a:t>
            </a:r>
            <a:endParaRPr lang="en-GB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3563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g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9602" y="6097241"/>
            <a:ext cx="2297961" cy="760759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381000" y="6298808"/>
            <a:ext cx="2678113" cy="276999"/>
            <a:chOff x="381000" y="6298808"/>
            <a:chExt cx="2678113" cy="276999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381000" y="6298808"/>
              <a:ext cx="716671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nl-BE" sz="1200" i="1">
                  <a:solidFill>
                    <a:schemeClr val="bg2"/>
                  </a:solidFill>
                </a:rPr>
                <a:t>innovatief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1314464" y="6298808"/>
              <a:ext cx="56829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nl-BE" sz="1200" i="1">
                  <a:solidFill>
                    <a:schemeClr val="bg2"/>
                  </a:solidFill>
                </a:rPr>
                <a:t>creatief</a:t>
              </a:r>
            </a:p>
          </p:txBody>
        </p:sp>
        <p:sp>
          <p:nvSpPr>
            <p:cNvPr id="13" name="TextBox 12"/>
            <p:cNvSpPr txBox="1"/>
            <p:nvPr userDrawn="1"/>
          </p:nvSpPr>
          <p:spPr>
            <a:xfrm>
              <a:off x="2099555" y="6298808"/>
              <a:ext cx="959558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nl-BE" sz="1200" i="1">
                  <a:solidFill>
                    <a:schemeClr val="bg2"/>
                  </a:solidFill>
                </a:rPr>
                <a:t>ondernemend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577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021388"/>
            <a:ext cx="9144000" cy="8366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60000" y="715334"/>
            <a:ext cx="4431363" cy="369332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90000" tIns="45720" rIns="91440" bIns="45720" rtlCol="0" anchor="ctr">
            <a:spAutoFit/>
          </a:bodyPr>
          <a:lstStyle/>
          <a:p>
            <a:r>
              <a:rPr lang="nl-NL"/>
              <a:t>Titelstijl van model bewerken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604000" cy="309600"/>
          </a:xfrm>
          <a:prstGeom prst="rect">
            <a:avLst/>
          </a:prstGeom>
          <a:noFill/>
        </p:spPr>
        <p:txBody>
          <a:bodyPr vert="horz" wrap="none" lIns="90000" tIns="45720" rIns="0" bIns="45720" rtlCol="0" anchor="t" anchorCtr="0">
            <a:normAutofit/>
          </a:bodyPr>
          <a:lstStyle>
            <a:lvl1pPr algn="l">
              <a:defRPr sz="1200" i="0" spc="8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err="1"/>
              <a:t>Titel</a:t>
            </a:r>
            <a:r>
              <a:rPr lang="en-GB"/>
              <a:t> v</a:t>
            </a:r>
            <a:r>
              <a:rPr lang="nl-BE" err="1"/>
              <a:t>an</a:t>
            </a:r>
            <a:r>
              <a:rPr lang="nl-BE"/>
              <a:t> de uiteenzetting / Deel van de uiteenzetting</a:t>
            </a:r>
            <a:endParaRPr lang="en-GB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360000" y="1152000"/>
            <a:ext cx="5739175" cy="472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02462" y="0"/>
            <a:ext cx="541538" cy="3096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1200" spc="150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C0F550FA-FCCC-4A7D-8E1A-87BCAA2E587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63983" y="715334"/>
            <a:ext cx="184730" cy="3231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500">
                <a:solidFill>
                  <a:schemeClr val="bg2"/>
                </a:solidFill>
                <a:latin typeface="+mj-lt"/>
              </a:defRPr>
            </a:lvl1pPr>
          </a:lstStyle>
          <a:p>
            <a:fld id="{EFE60713-D3A1-4CB8-8709-9B7A037E6D5B}" type="datetime1">
              <a:rPr lang="nl-BE" smtClean="0"/>
              <a:t>6/11/2025</a:t>
            </a:fld>
            <a:endParaRPr lang="nl-BE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381000" y="6298808"/>
            <a:ext cx="2556670" cy="276999"/>
            <a:chOff x="381000" y="6298808"/>
            <a:chExt cx="2556670" cy="276999"/>
          </a:xfrm>
        </p:grpSpPr>
        <p:sp>
          <p:nvSpPr>
            <p:cNvPr id="14" name="TextBox 13"/>
            <p:cNvSpPr txBox="1"/>
            <p:nvPr userDrawn="1"/>
          </p:nvSpPr>
          <p:spPr>
            <a:xfrm>
              <a:off x="381000" y="6298808"/>
              <a:ext cx="74244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nl-BE" sz="1200" i="1" dirty="0" err="1">
                  <a:solidFill>
                    <a:schemeClr val="bg2"/>
                  </a:solidFill>
                </a:rPr>
                <a:t>Innovative</a:t>
              </a:r>
              <a:endParaRPr lang="nl-BE" sz="1200" i="1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 userDrawn="1"/>
          </p:nvSpPr>
          <p:spPr>
            <a:xfrm>
              <a:off x="1314464" y="6298808"/>
              <a:ext cx="606897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nl-BE" sz="1200" i="1" dirty="0">
                  <a:solidFill>
                    <a:schemeClr val="bg2"/>
                  </a:solidFill>
                </a:rPr>
                <a:t>Creative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2099555" y="6298808"/>
              <a:ext cx="838115" cy="276999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nl-BE" sz="1200" i="1" dirty="0" err="1">
                  <a:solidFill>
                    <a:schemeClr val="bg2"/>
                  </a:solidFill>
                </a:rPr>
                <a:t>Enterprising</a:t>
              </a:r>
              <a:endParaRPr lang="nl-BE" sz="1200" i="1" dirty="0">
                <a:solidFill>
                  <a:schemeClr val="bg2"/>
                </a:solidFill>
              </a:endParaRPr>
            </a:p>
          </p:txBody>
        </p:sp>
      </p:grp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9602" y="6097241"/>
            <a:ext cx="2297961" cy="76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3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90" r:id="rId6"/>
    <p:sldLayoutId id="2147483667" r:id="rId7"/>
    <p:sldLayoutId id="2147483668" r:id="rId8"/>
    <p:sldLayoutId id="2147483678" r:id="rId9"/>
    <p:sldLayoutId id="2147483691" r:id="rId10"/>
    <p:sldLayoutId id="2147483670" r:id="rId11"/>
    <p:sldLayoutId id="2147483671" r:id="rId12"/>
    <p:sldLayoutId id="2147483693" r:id="rId13"/>
    <p:sldLayoutId id="2147483673" r:id="rId14"/>
    <p:sldLayoutId id="2147483695" r:id="rId15"/>
    <p:sldLayoutId id="2147483694" r:id="rId16"/>
    <p:sldLayoutId id="2147483675" r:id="rId17"/>
    <p:sldLayoutId id="2147483676" r:id="rId18"/>
    <p:sldLayoutId id="2147483677" r:id="rId19"/>
    <p:sldLayoutId id="2147483680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1800"/>
        </a:spcBef>
        <a:buNone/>
        <a:defRPr sz="1800" kern="1200" cap="all" spc="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8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7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7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7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7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01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26" userDrawn="1">
          <p15:clr>
            <a:srgbClr val="F26B43"/>
          </p15:clr>
        </p15:guide>
        <p15:guide id="5" pos="1927" userDrawn="1">
          <p15:clr>
            <a:srgbClr val="F26B43"/>
          </p15:clr>
        </p15:guide>
        <p15:guide id="6" pos="3842" userDrawn="1">
          <p15:clr>
            <a:srgbClr val="F26B43"/>
          </p15:clr>
        </p15:guide>
        <p15:guide id="7" orient="horz" pos="3793" userDrawn="1">
          <p15:clr>
            <a:srgbClr val="F26B43"/>
          </p15:clr>
        </p15:guide>
        <p15:guide id="8" orient="horz" pos="196" userDrawn="1">
          <p15:clr>
            <a:srgbClr val="F26B43"/>
          </p15:clr>
        </p15:guide>
        <p15:guide id="9" orient="horz" pos="2589" userDrawn="1">
          <p15:clr>
            <a:srgbClr val="F26B43"/>
          </p15:clr>
        </p15:guide>
        <p15:guide id="10" orient="horz" pos="1392" userDrawn="1">
          <p15:clr>
            <a:srgbClr val="F26B43"/>
          </p15:clr>
        </p15:guide>
        <p15:guide id="13" pos="55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urlist.com/howest_ti_dotnet_csharpafterjav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5JS36NlJiU?feature=oembed" TargetMode="Externa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harp.christiannagel.com/2020/06/30/helloworld9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o-EtDWOm56Y&amp;list=PLhtnK9s_PXx-qveYqVaZWTYBrfpRbTGFz&amp;index=234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://bit.ly/2umm1Cy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f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hyperlink" Target="https://www.youtube.com/watch?v=NDweaZZZcbc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bXsOOpWavp4&amp;list=PLhtnK9s_PXx-qveYqVaZWTYBrfpRbTGFz&amp;index=177" TargetMode="External"/><Relationship Id="rId5" Type="http://schemas.openxmlformats.org/officeDocument/2006/relationships/hyperlink" Target="http://bit.ly/31ADgfk" TargetMode="Externa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hyperlink" Target="https://www.youtube.com/watch?v=Ok3qXoaqrok&amp;list=PLhtnK9s_PXx-qveYqVaZWTYBrfpRbTGFz&amp;index=194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ZigtOlZ-bV0&amp;list=PLhtnK9s_PXx-qveYqVaZWTYBrfpRbTGFz&amp;index=179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xY4EhUdBMbo&amp;list=PLhtnK9s_PXx-qveYqVaZWTYBrfpRbTGFz&amp;index=176" TargetMode="External"/><Relationship Id="rId3" Type="http://schemas.openxmlformats.org/officeDocument/2006/relationships/image" Target="../media/image46.png"/><Relationship Id="rId7" Type="http://schemas.openxmlformats.org/officeDocument/2006/relationships/image" Target="../media/image49.jf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it.ly/37dv6uC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23OGtkEpMtc&amp;list=PLhtnK9s_PXx-qveYqVaZWTYBrfpRbTGFz&amp;index=87" TargetMode="Externa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dotnet/csharp/language-reference/builtin-types/enum" TargetMode="Externa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YCwLr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dotnet/csharp/fundamentals/functional/discards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DY7DNqKKrgQ&amp;list=PLhtnK9s_PXx-qveYqVaZWTYBrfpRbTGFz&amp;index=18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>
          <a:xfrm>
            <a:off x="6383058" y="3885545"/>
            <a:ext cx="2408462" cy="395869"/>
          </a:xfrm>
        </p:spPr>
        <p:txBody>
          <a:bodyPr/>
          <a:lstStyle/>
          <a:p>
            <a:r>
              <a:rPr lang="nl-BE" dirty="0"/>
              <a:t>C# (</a:t>
            </a:r>
            <a:r>
              <a:rPr lang="nl-BE" dirty="0" err="1"/>
              <a:t>after</a:t>
            </a:r>
            <a:r>
              <a:rPr lang="nl-BE" dirty="0"/>
              <a:t> JAVA)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928116" y="3182400"/>
            <a:ext cx="4863404" cy="646331"/>
          </a:xfrm>
        </p:spPr>
        <p:txBody>
          <a:bodyPr/>
          <a:lstStyle/>
          <a:p>
            <a:r>
              <a:rPr lang="nl-BE"/>
              <a:t>.NET Technology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1A67D3BE-4208-B730-FA3B-2723BAF7B651}"/>
              </a:ext>
            </a:extLst>
          </p:cNvPr>
          <p:cNvSpPr txBox="1"/>
          <p:nvPr/>
        </p:nvSpPr>
        <p:spPr>
          <a:xfrm>
            <a:off x="2889504" y="5566018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https://www.theurlist.com/howest_ti_dotnet_csharpafterjava</a:t>
            </a:r>
            <a:endParaRPr lang="nl-B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87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ext Placeholder 72">
            <a:extLst>
              <a:ext uri="{FF2B5EF4-FFF2-40B4-BE49-F238E27FC236}">
                <a16:creationId xmlns:a16="http://schemas.microsoft.com/office/drawing/2014/main" id="{AE9CBDAD-A693-4B99-B027-6448F9E845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6478" y="726732"/>
            <a:ext cx="8453921" cy="850536"/>
          </a:xfrm>
        </p:spPr>
        <p:txBody>
          <a:bodyPr>
            <a:normAutofit/>
          </a:bodyPr>
          <a:lstStyle/>
          <a:p>
            <a:pPr algn="ctr"/>
            <a:r>
              <a:rPr lang="nl-NL" sz="4000" dirty="0"/>
              <a:t>You want </a:t>
            </a:r>
            <a:r>
              <a:rPr lang="nl-NL" sz="4000" dirty="0" err="1"/>
              <a:t>to</a:t>
            </a:r>
            <a:r>
              <a:rPr lang="nl-NL" sz="4000" dirty="0"/>
              <a:t> start </a:t>
            </a:r>
            <a:r>
              <a:rPr lang="nl-NL" sz="4000" dirty="0" err="1"/>
              <a:t>from</a:t>
            </a:r>
            <a:r>
              <a:rPr lang="nl-NL" sz="4000" dirty="0"/>
              <a:t> </a:t>
            </a:r>
            <a:r>
              <a:rPr lang="nl-NL" sz="4000" dirty="0" err="1"/>
              <a:t>the</a:t>
            </a:r>
            <a:r>
              <a:rPr lang="nl-NL" sz="4000" dirty="0"/>
              <a:t> </a:t>
            </a:r>
            <a:r>
              <a:rPr lang="nl-NL" sz="4000" dirty="0" err="1"/>
              <a:t>beginning</a:t>
            </a:r>
            <a:r>
              <a:rPr lang="nl-NL" sz="4000" dirty="0"/>
              <a:t>?</a:t>
            </a:r>
            <a:endParaRPr lang="nl-BE" sz="4000" dirty="0"/>
          </a:p>
        </p:txBody>
      </p:sp>
      <p:pic>
        <p:nvPicPr>
          <p:cNvPr id="5" name="Onlinemedia 4" title="C# for Beginners | Full 2-hour course">
            <a:hlinkClick r:id="" action="ppaction://media"/>
            <a:extLst>
              <a:ext uri="{FF2B5EF4-FFF2-40B4-BE49-F238E27FC236}">
                <a16:creationId xmlns:a16="http://schemas.microsoft.com/office/drawing/2014/main" id="{7C0BA22E-8409-41F2-91CF-72E81D5CF2B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85442" y="1577268"/>
            <a:ext cx="7516726" cy="424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8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7" descr="Afbeelding met persoon, man, bril, dragen&#10;&#10;Automatisch gegenereerde beschrijving">
            <a:extLst>
              <a:ext uri="{FF2B5EF4-FFF2-40B4-BE49-F238E27FC236}">
                <a16:creationId xmlns:a16="http://schemas.microsoft.com/office/drawing/2014/main" id="{3CDBB6A7-0B3A-4C44-9F47-BA4955FA828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4" r="10144"/>
          <a:stretch>
            <a:fillRect/>
          </a:stretch>
        </p:blipFill>
        <p:spPr/>
      </p:pic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21A8BBC-98E3-42B8-A74F-9C27A76637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5" y="1017529"/>
            <a:ext cx="5572800" cy="5141224"/>
          </a:xfrm>
        </p:spPr>
        <p:txBody>
          <a:bodyPr numCol="2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Your</a:t>
            </a:r>
            <a:r>
              <a:rPr lang="nl-BE" dirty="0"/>
              <a:t> first C# program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/>
              <a:t>Data Types/</a:t>
            </a:r>
            <a:r>
              <a:rPr lang="nl-BE" dirty="0" err="1"/>
              <a:t>Discard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Variable</a:t>
            </a:r>
            <a:r>
              <a:rPr lang="nl-BE" dirty="0"/>
              <a:t> </a:t>
            </a:r>
            <a:r>
              <a:rPr lang="nl-BE" dirty="0" err="1"/>
              <a:t>Declarations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/>
              <a:t>Automatic </a:t>
            </a:r>
            <a:r>
              <a:rPr lang="nl-BE" dirty="0" err="1"/>
              <a:t>Properties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/>
              <a:t>Object/Collection </a:t>
            </a:r>
            <a:r>
              <a:rPr lang="nl-BE" dirty="0" err="1"/>
              <a:t>Initializer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Primary</a:t>
            </a:r>
            <a:r>
              <a:rPr lang="nl-BE" dirty="0"/>
              <a:t> </a:t>
            </a:r>
            <a:r>
              <a:rPr lang="nl-BE" dirty="0" err="1"/>
              <a:t>Constructors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/>
              <a:t>OOP in C#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Generic</a:t>
            </a:r>
            <a:r>
              <a:rPr lang="nl-BE" dirty="0"/>
              <a:t> </a:t>
            </a:r>
            <a:r>
              <a:rPr lang="nl-BE" dirty="0" err="1"/>
              <a:t>Collections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Nullable</a:t>
            </a:r>
            <a:r>
              <a:rPr lang="nl-BE" dirty="0"/>
              <a:t> types/ </a:t>
            </a:r>
            <a:br>
              <a:rPr lang="nl-BE" dirty="0"/>
            </a:br>
            <a:r>
              <a:rPr lang="nl-BE" dirty="0" err="1"/>
              <a:t>Null</a:t>
            </a:r>
            <a:r>
              <a:rPr lang="nl-BE" dirty="0"/>
              <a:t> </a:t>
            </a:r>
            <a:r>
              <a:rPr lang="nl-BE" dirty="0" err="1"/>
              <a:t>Coalescing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/>
              <a:t>String </a:t>
            </a:r>
            <a:r>
              <a:rPr lang="nl-BE" dirty="0" err="1"/>
              <a:t>Interpolation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Expression</a:t>
            </a:r>
            <a:r>
              <a:rPr lang="nl-BE" dirty="0"/>
              <a:t> </a:t>
            </a:r>
            <a:r>
              <a:rPr lang="nl-BE" dirty="0" err="1"/>
              <a:t>bodied</a:t>
            </a:r>
            <a:r>
              <a:rPr lang="nl-BE" dirty="0"/>
              <a:t> Members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Enumerations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Local</a:t>
            </a:r>
            <a:r>
              <a:rPr lang="nl-BE" dirty="0"/>
              <a:t> </a:t>
            </a:r>
            <a:r>
              <a:rPr lang="nl-BE" dirty="0" err="1"/>
              <a:t>functions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/>
              <a:t>Switch </a:t>
            </a:r>
            <a:r>
              <a:rPr lang="nl-BE" dirty="0" err="1"/>
              <a:t>Expressions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nl-BE" dirty="0" err="1"/>
              <a:t>Deconstruction</a:t>
            </a: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nl-BE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nl-B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0EF6D52-08B9-46AB-AF1E-1FAFDEAF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30668"/>
            <a:ext cx="1329359" cy="369332"/>
          </a:xfrm>
        </p:spPr>
        <p:txBody>
          <a:bodyPr/>
          <a:lstStyle/>
          <a:p>
            <a:r>
              <a:rPr lang="nl-BE" dirty="0"/>
              <a:t>Content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A1EC3D1-BEF5-49F2-BA4C-B348A2E130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EDCD9A9-85BA-4054-AECE-B95FAD46E2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11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63151"/>
            <a:ext cx="8453921" cy="4726800"/>
          </a:xfrm>
        </p:spPr>
        <p:txBody>
          <a:bodyPr>
            <a:norm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nl-BE" sz="2400" dirty="0"/>
              <a:t>A lot in common</a:t>
            </a:r>
          </a:p>
          <a:p>
            <a:pPr marL="342900" indent="-342900">
              <a:buFont typeface="Arial" charset="0"/>
              <a:buChar char="•"/>
            </a:pPr>
            <a:r>
              <a:rPr lang="nl-BE" sz="2400" dirty="0"/>
              <a:t>Both </a:t>
            </a:r>
            <a:r>
              <a:rPr lang="nl-BE" sz="2400" dirty="0" err="1"/>
              <a:t>langauges</a:t>
            </a:r>
            <a:r>
              <a:rPr lang="nl-BE" sz="2400" dirty="0"/>
              <a:t> are </a:t>
            </a:r>
            <a:r>
              <a:rPr lang="nl-BE" sz="2400" dirty="0" err="1"/>
              <a:t>fully</a:t>
            </a:r>
            <a:r>
              <a:rPr lang="nl-BE" sz="2400" dirty="0"/>
              <a:t> OOP </a:t>
            </a:r>
            <a:r>
              <a:rPr lang="nl-BE" sz="2400" dirty="0" err="1"/>
              <a:t>and</a:t>
            </a:r>
            <a:r>
              <a:rPr lang="nl-BE" sz="2400" dirty="0"/>
              <a:t> share </a:t>
            </a:r>
            <a:r>
              <a:rPr lang="nl-BE" sz="2400" dirty="0" err="1"/>
              <a:t>the</a:t>
            </a:r>
            <a:r>
              <a:rPr lang="nl-BE" sz="2400" dirty="0"/>
              <a:t> </a:t>
            </a:r>
            <a:r>
              <a:rPr lang="nl-BE" sz="2400" dirty="0" err="1"/>
              <a:t>same</a:t>
            </a:r>
            <a:r>
              <a:rPr lang="nl-BE" sz="2400" dirty="0"/>
              <a:t> C like syntax </a:t>
            </a:r>
          </a:p>
          <a:p>
            <a:pPr marL="342900" indent="-342900">
              <a:buFont typeface="Arial" charset="0"/>
              <a:buChar char="•"/>
            </a:pPr>
            <a:r>
              <a:rPr lang="nl-BE" sz="2400" dirty="0"/>
              <a:t>In </a:t>
            </a:r>
            <a:r>
              <a:rPr lang="nl-BE" sz="2400" dirty="0" err="1"/>
              <a:t>this</a:t>
            </a:r>
            <a:r>
              <a:rPr lang="nl-BE" sz="2400" dirty="0"/>
              <a:t> course</a:t>
            </a:r>
          </a:p>
          <a:p>
            <a:pPr marL="702900" lvl="1" indent="-342900">
              <a:buFont typeface="Arial" charset="0"/>
              <a:buChar char="•"/>
            </a:pPr>
            <a:r>
              <a:rPr lang="nl-BE" sz="1800" dirty="0" err="1"/>
              <a:t>Some</a:t>
            </a:r>
            <a:r>
              <a:rPr lang="nl-BE" sz="1800" dirty="0"/>
              <a:t> C# syntax as an </a:t>
            </a:r>
            <a:r>
              <a:rPr lang="nl-BE" sz="1800" dirty="0" err="1"/>
              <a:t>addition</a:t>
            </a:r>
            <a:r>
              <a:rPr lang="nl-BE" sz="1800" dirty="0"/>
              <a:t> </a:t>
            </a:r>
            <a:r>
              <a:rPr lang="nl-BE" sz="1800" dirty="0" err="1"/>
              <a:t>to</a:t>
            </a:r>
            <a:r>
              <a:rPr lang="nl-BE" sz="1800" dirty="0"/>
              <a:t> </a:t>
            </a:r>
            <a:r>
              <a:rPr lang="nl-BE" sz="1800" dirty="0" err="1"/>
              <a:t>your</a:t>
            </a:r>
            <a:r>
              <a:rPr lang="nl-BE" sz="1800" dirty="0"/>
              <a:t> Java </a:t>
            </a:r>
            <a:r>
              <a:rPr lang="nl-BE" sz="1800" dirty="0" err="1"/>
              <a:t>knowledge</a:t>
            </a:r>
            <a:r>
              <a:rPr lang="nl-BE" sz="1800" dirty="0"/>
              <a:t> + </a:t>
            </a:r>
            <a:r>
              <a:rPr lang="nl-BE" sz="1800" dirty="0" err="1"/>
              <a:t>some</a:t>
            </a:r>
            <a:r>
              <a:rPr lang="nl-BE" sz="1800" dirty="0"/>
              <a:t> </a:t>
            </a:r>
            <a:r>
              <a:rPr lang="nl-BE" sz="1800" dirty="0" err="1"/>
              <a:t>comparisons</a:t>
            </a:r>
            <a:endParaRPr lang="nl-BE" sz="1800" dirty="0"/>
          </a:p>
          <a:p>
            <a:pPr marL="702900" lvl="1" indent="-342900">
              <a:buFont typeface="Arial" charset="0"/>
              <a:buChar char="•"/>
            </a:pPr>
            <a:r>
              <a:rPr lang="nl-BE" sz="1800" dirty="0" err="1"/>
              <a:t>Getting</a:t>
            </a:r>
            <a:r>
              <a:rPr lang="nl-BE" sz="1800" dirty="0"/>
              <a:t> </a:t>
            </a:r>
            <a:r>
              <a:rPr lang="nl-BE" sz="1800" dirty="0" err="1"/>
              <a:t>used</a:t>
            </a:r>
            <a:r>
              <a:rPr lang="nl-BE" sz="1800" dirty="0"/>
              <a:t> </a:t>
            </a:r>
            <a:r>
              <a:rPr lang="nl-BE" sz="1800" dirty="0" err="1"/>
              <a:t>to</a:t>
            </a:r>
            <a:r>
              <a:rPr lang="nl-BE" sz="1800" dirty="0"/>
              <a:t> .NET en C# </a:t>
            </a:r>
            <a:r>
              <a:rPr lang="nl-BE" sz="1800" dirty="0" err="1"/>
              <a:t>with</a:t>
            </a:r>
            <a:r>
              <a:rPr lang="nl-BE" sz="1800" dirty="0"/>
              <a:t> </a:t>
            </a:r>
            <a:r>
              <a:rPr lang="nl-BE" sz="1800" dirty="0" err="1"/>
              <a:t>some</a:t>
            </a:r>
            <a:r>
              <a:rPr lang="nl-BE" sz="1800" dirty="0"/>
              <a:t> </a:t>
            </a:r>
            <a:r>
              <a:rPr lang="nl-BE" sz="1800" dirty="0" err="1"/>
              <a:t>simple</a:t>
            </a:r>
            <a:r>
              <a:rPr lang="nl-BE" sz="1800" dirty="0"/>
              <a:t> </a:t>
            </a:r>
            <a:r>
              <a:rPr lang="nl-BE" sz="1800" dirty="0" err="1"/>
              <a:t>applications</a:t>
            </a:r>
            <a:endParaRPr lang="nl-BE" sz="1800" dirty="0"/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1269663" cy="369332"/>
          </a:xfrm>
        </p:spPr>
        <p:txBody>
          <a:bodyPr/>
          <a:lstStyle/>
          <a:p>
            <a:r>
              <a:rPr lang="nl-BE"/>
              <a:t>C# - Java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98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using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System;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namespace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HelloWorld</a:t>
            </a: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class Program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static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void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Main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(string[]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Console.WriteLine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(“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Hello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World!”);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788832" cy="369332"/>
          </a:xfrm>
        </p:spPr>
        <p:txBody>
          <a:bodyPr/>
          <a:lstStyle/>
          <a:p>
            <a:r>
              <a:rPr lang="nl-BE" dirty="0" err="1"/>
              <a:t>Your</a:t>
            </a:r>
            <a:r>
              <a:rPr lang="nl-BE" dirty="0"/>
              <a:t> first C# program: </a:t>
            </a:r>
            <a:r>
              <a:rPr lang="nl-BE" dirty="0" err="1"/>
              <a:t>dissection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24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using System;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namespace HelloWorld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class Program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static void Main(string[] args)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	Console.WriteLine(“Hello World!”);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788832" cy="369332"/>
          </a:xfrm>
        </p:spPr>
        <p:txBody>
          <a:bodyPr/>
          <a:lstStyle/>
          <a:p>
            <a:r>
              <a:rPr lang="nl-BE"/>
              <a:t>Your first C# program: dissection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2" name="Rechthoek 1"/>
          <p:cNvSpPr/>
          <p:nvPr/>
        </p:nvSpPr>
        <p:spPr>
          <a:xfrm>
            <a:off x="358774" y="1752076"/>
            <a:ext cx="2969642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kstvak 2"/>
          <p:cNvSpPr txBox="1"/>
          <p:nvPr/>
        </p:nvSpPr>
        <p:spPr>
          <a:xfrm>
            <a:off x="3608832" y="1752076"/>
            <a:ext cx="440736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nl-NL" err="1">
                <a:solidFill>
                  <a:schemeClr val="bg2"/>
                </a:solidFill>
              </a:rPr>
              <a:t>Namespace</a:t>
            </a:r>
            <a:r>
              <a:rPr lang="nl-NL">
                <a:solidFill>
                  <a:schemeClr val="bg2"/>
                </a:solidFill>
              </a:rPr>
              <a:t>: </a:t>
            </a:r>
            <a:r>
              <a:rPr lang="nl-NL" err="1">
                <a:solidFill>
                  <a:schemeClr val="bg2"/>
                </a:solidFill>
              </a:rPr>
              <a:t>comparable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to</a:t>
            </a:r>
            <a:r>
              <a:rPr lang="nl-NL">
                <a:solidFill>
                  <a:schemeClr val="bg2"/>
                </a:solidFill>
              </a:rPr>
              <a:t> a package in Java</a:t>
            </a:r>
          </a:p>
        </p:txBody>
      </p:sp>
    </p:spTree>
    <p:extLst>
      <p:ext uri="{BB962C8B-B14F-4D97-AF65-F5344CB8AC3E}">
        <p14:creationId xmlns:p14="http://schemas.microsoft.com/office/powerpoint/2010/main" val="99387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using System;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namespace HelloWorld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class Program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static void Main(string[] args)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	Console.WriteLine(“Hello World!”);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788832" cy="369332"/>
          </a:xfrm>
        </p:spPr>
        <p:txBody>
          <a:bodyPr/>
          <a:lstStyle/>
          <a:p>
            <a:r>
              <a:rPr lang="nl-BE" dirty="0"/>
              <a:t>Your first C# program: dissection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2" name="Rechthoek 1"/>
          <p:cNvSpPr/>
          <p:nvPr/>
        </p:nvSpPr>
        <p:spPr>
          <a:xfrm>
            <a:off x="663574" y="2367916"/>
            <a:ext cx="6505322" cy="221627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kstvak 2"/>
          <p:cNvSpPr txBox="1"/>
          <p:nvPr/>
        </p:nvSpPr>
        <p:spPr>
          <a:xfrm>
            <a:off x="3608832" y="1752076"/>
            <a:ext cx="389555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nl-NL">
                <a:solidFill>
                  <a:schemeClr val="bg2"/>
                </a:solidFill>
              </a:rPr>
              <a:t>Class </a:t>
            </a:r>
            <a:r>
              <a:rPr lang="nl-NL" err="1">
                <a:solidFill>
                  <a:schemeClr val="bg2"/>
                </a:solidFill>
              </a:rPr>
              <a:t>within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the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namespace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HelloWorld</a:t>
            </a:r>
            <a:endParaRPr lang="nl-NL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37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using System;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namespace HelloWorld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class Program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static void Main(string[] args)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	Console.WriteLine(“Hello World!”);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788832" cy="369332"/>
          </a:xfrm>
        </p:spPr>
        <p:txBody>
          <a:bodyPr/>
          <a:lstStyle/>
          <a:p>
            <a:r>
              <a:rPr lang="nl-BE" dirty="0"/>
              <a:t>Your first C# program: dissection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2" name="Rechthoek 1"/>
          <p:cNvSpPr/>
          <p:nvPr/>
        </p:nvSpPr>
        <p:spPr>
          <a:xfrm>
            <a:off x="1255776" y="2963808"/>
            <a:ext cx="5839968" cy="14131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kstvak 2"/>
          <p:cNvSpPr txBox="1"/>
          <p:nvPr/>
        </p:nvSpPr>
        <p:spPr>
          <a:xfrm>
            <a:off x="2987040" y="2264140"/>
            <a:ext cx="5135765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nl-NL">
                <a:solidFill>
                  <a:schemeClr val="bg2"/>
                </a:solidFill>
              </a:rPr>
              <a:t>(</a:t>
            </a:r>
            <a:r>
              <a:rPr lang="nl-NL" err="1">
                <a:solidFill>
                  <a:schemeClr val="bg2"/>
                </a:solidFill>
              </a:rPr>
              <a:t>Static</a:t>
            </a:r>
            <a:r>
              <a:rPr lang="nl-NL">
                <a:solidFill>
                  <a:schemeClr val="bg2"/>
                </a:solidFill>
              </a:rPr>
              <a:t>) </a:t>
            </a:r>
            <a:r>
              <a:rPr lang="nl-NL" err="1">
                <a:solidFill>
                  <a:schemeClr val="bg2"/>
                </a:solidFill>
              </a:rPr>
              <a:t>method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Main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with</a:t>
            </a:r>
            <a:r>
              <a:rPr lang="nl-NL">
                <a:solidFill>
                  <a:schemeClr val="bg2"/>
                </a:solidFill>
              </a:rPr>
              <a:t> string array as argument</a:t>
            </a:r>
          </a:p>
        </p:txBody>
      </p:sp>
    </p:spTree>
    <p:extLst>
      <p:ext uri="{BB962C8B-B14F-4D97-AF65-F5344CB8AC3E}">
        <p14:creationId xmlns:p14="http://schemas.microsoft.com/office/powerpoint/2010/main" val="682234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using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System;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namespace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HelloWorld</a:t>
            </a: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class Program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static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void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Main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(string[]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{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Console.WriteLine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(“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Hello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World!”);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788832" cy="369332"/>
          </a:xfrm>
        </p:spPr>
        <p:txBody>
          <a:bodyPr/>
          <a:lstStyle/>
          <a:p>
            <a:r>
              <a:rPr lang="nl-BE" dirty="0"/>
              <a:t>Your first C# program: dissection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" name="Rechthoek 1"/>
          <p:cNvSpPr/>
          <p:nvPr/>
        </p:nvSpPr>
        <p:spPr>
          <a:xfrm>
            <a:off x="2084832" y="3547872"/>
            <a:ext cx="5010912" cy="4267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kstvak 2"/>
          <p:cNvSpPr txBox="1"/>
          <p:nvPr/>
        </p:nvSpPr>
        <p:spPr>
          <a:xfrm>
            <a:off x="3028372" y="2264140"/>
            <a:ext cx="4963988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nl-NL" err="1">
                <a:solidFill>
                  <a:schemeClr val="bg2"/>
                </a:solidFill>
              </a:rPr>
              <a:t>WriteLine</a:t>
            </a:r>
            <a:r>
              <a:rPr lang="nl-NL">
                <a:solidFill>
                  <a:schemeClr val="bg2"/>
                </a:solidFill>
              </a:rPr>
              <a:t> is a </a:t>
            </a:r>
            <a:r>
              <a:rPr lang="nl-NL" err="1">
                <a:solidFill>
                  <a:schemeClr val="bg2"/>
                </a:solidFill>
              </a:rPr>
              <a:t>static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method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from</a:t>
            </a:r>
            <a:r>
              <a:rPr lang="nl-NL">
                <a:solidFill>
                  <a:schemeClr val="bg2"/>
                </a:solidFill>
              </a:rPr>
              <a:t> </a:t>
            </a:r>
            <a:r>
              <a:rPr lang="nl-NL" err="1">
                <a:solidFill>
                  <a:schemeClr val="bg2"/>
                </a:solidFill>
              </a:rPr>
              <a:t>the</a:t>
            </a:r>
            <a:r>
              <a:rPr lang="nl-NL">
                <a:solidFill>
                  <a:schemeClr val="bg2"/>
                </a:solidFill>
              </a:rPr>
              <a:t> Console class</a:t>
            </a:r>
          </a:p>
        </p:txBody>
      </p:sp>
    </p:spTree>
    <p:extLst>
      <p:ext uri="{BB962C8B-B14F-4D97-AF65-F5344CB8AC3E}">
        <p14:creationId xmlns:p14="http://schemas.microsoft.com/office/powerpoint/2010/main" val="134592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110656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See https://aka.ms/new-console-template for more information</a:t>
            </a:r>
            <a:endParaRPr lang="nl-BE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nl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nl-BE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Hello</a:t>
            </a:r>
            <a:r>
              <a:rPr lang="nl-BE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, World!"</a:t>
            </a:r>
            <a:r>
              <a:rPr lang="nl-B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nl-BE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6974430" cy="369332"/>
          </a:xfrm>
        </p:spPr>
        <p:txBody>
          <a:bodyPr/>
          <a:lstStyle/>
          <a:p>
            <a:r>
              <a:rPr lang="nl-BE" dirty="0"/>
              <a:t>Your first C# program: </a:t>
            </a:r>
            <a:r>
              <a:rPr lang="nl-BE" dirty="0" err="1"/>
              <a:t>however</a:t>
            </a:r>
            <a:r>
              <a:rPr lang="nl-BE" dirty="0"/>
              <a:t>… default in .NET 8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" name="Text Placeholder 72">
            <a:extLst>
              <a:ext uri="{FF2B5EF4-FFF2-40B4-BE49-F238E27FC236}">
                <a16:creationId xmlns:a16="http://schemas.microsoft.com/office/drawing/2014/main" id="{C119BF83-175A-4040-AC14-0807510042F4}"/>
              </a:ext>
            </a:extLst>
          </p:cNvPr>
          <p:cNvSpPr txBox="1">
            <a:spLocks/>
          </p:cNvSpPr>
          <p:nvPr/>
        </p:nvSpPr>
        <p:spPr>
          <a:xfrm>
            <a:off x="345039" y="2407485"/>
            <a:ext cx="8453921" cy="3183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This</a:t>
            </a:r>
            <a:r>
              <a:rPr lang="nl-NL" dirty="0"/>
              <a:t> is a lot </a:t>
            </a:r>
            <a:r>
              <a:rPr lang="nl-NL" b="1" dirty="0"/>
              <a:t>different</a:t>
            </a:r>
            <a:r>
              <a:rPr lang="nl-NL" dirty="0"/>
              <a:t> </a:t>
            </a:r>
            <a:r>
              <a:rPr lang="nl-NL" dirty="0" err="1"/>
              <a:t>because</a:t>
            </a:r>
            <a:r>
              <a:rPr lang="nl-NL" dirty="0"/>
              <a:t> of:</a:t>
            </a:r>
          </a:p>
          <a:p>
            <a:pPr marL="342900" indent="-342900">
              <a:buFont typeface="Arial" charset="0"/>
              <a:buChar char="•"/>
            </a:pPr>
            <a:r>
              <a:rPr lang="nl-NL" b="1" dirty="0"/>
              <a:t>Top-level statements</a:t>
            </a:r>
          </a:p>
          <a:p>
            <a:pPr marL="702900" lvl="1" indent="-342900">
              <a:buFont typeface="Wingdings" panose="05000000000000000000" pitchFamily="2" charset="2"/>
              <a:buChar char="Ø"/>
            </a:pPr>
            <a:r>
              <a:rPr lang="nl-NL" dirty="0"/>
              <a:t>No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an explicit class Program with a </a:t>
            </a:r>
            <a:r>
              <a:rPr lang="nl-NL" dirty="0" err="1"/>
              <a:t>static</a:t>
            </a:r>
            <a:r>
              <a:rPr lang="nl-NL" dirty="0"/>
              <a:t> </a:t>
            </a:r>
            <a:r>
              <a:rPr lang="nl-NL" dirty="0" err="1"/>
              <a:t>void</a:t>
            </a:r>
            <a:r>
              <a:rPr lang="nl-NL" dirty="0"/>
              <a:t> </a:t>
            </a:r>
            <a:r>
              <a:rPr lang="nl-NL" dirty="0" err="1"/>
              <a:t>Main</a:t>
            </a:r>
            <a:r>
              <a:rPr lang="nl-NL" dirty="0"/>
              <a:t> </a:t>
            </a:r>
            <a:r>
              <a:rPr lang="nl-NL" dirty="0" err="1"/>
              <a:t>method</a:t>
            </a:r>
            <a:endParaRPr lang="nl-NL" dirty="0"/>
          </a:p>
          <a:p>
            <a:pPr marL="342900" indent="-342900">
              <a:buFont typeface="Arial" charset="0"/>
              <a:buChar char="•"/>
            </a:pPr>
            <a:r>
              <a:rPr lang="nl-NL" b="1" dirty="0"/>
              <a:t>Global </a:t>
            </a:r>
            <a:r>
              <a:rPr lang="nl-NL" b="1" dirty="0" err="1"/>
              <a:t>usings</a:t>
            </a:r>
            <a:endParaRPr lang="nl-BE" sz="1800" b="1" dirty="0"/>
          </a:p>
          <a:p>
            <a:pPr marL="702900" lvl="1" indent="-342900">
              <a:buFont typeface="Wingdings" panose="05000000000000000000" pitchFamily="2" charset="2"/>
              <a:buChar char="Ø"/>
            </a:pPr>
            <a:r>
              <a:rPr lang="nl-BE" dirty="0"/>
              <a:t>The </a:t>
            </a:r>
            <a:r>
              <a:rPr lang="nl-BE" dirty="0" err="1"/>
              <a:t>usual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statements are </a:t>
            </a:r>
            <a:r>
              <a:rPr lang="nl-BE" dirty="0" err="1"/>
              <a:t>gathered</a:t>
            </a:r>
            <a:r>
              <a:rPr lang="nl-BE" dirty="0"/>
              <a:t> </a:t>
            </a:r>
            <a:r>
              <a:rPr lang="nl-BE" dirty="0" err="1"/>
              <a:t>into</a:t>
            </a:r>
            <a:r>
              <a:rPr lang="nl-BE" dirty="0"/>
              <a:t> </a:t>
            </a:r>
            <a:r>
              <a:rPr lang="nl-BE" dirty="0" err="1"/>
              <a:t>one</a:t>
            </a:r>
            <a:r>
              <a:rPr lang="nl-BE" dirty="0"/>
              <a:t> file</a:t>
            </a:r>
          </a:p>
          <a:p>
            <a:pPr marL="702900" lvl="1" indent="-342900">
              <a:buFont typeface="Wingdings" panose="05000000000000000000" pitchFamily="2" charset="2"/>
              <a:buChar char="Ø"/>
            </a:pPr>
            <a:r>
              <a:rPr lang="nl-BE" dirty="0"/>
              <a:t>Have a look in </a:t>
            </a:r>
            <a:r>
              <a:rPr lang="nl-BE" dirty="0" err="1"/>
              <a:t>your</a:t>
            </a:r>
            <a:r>
              <a:rPr lang="nl-BE" dirty="0"/>
              <a:t> solution folder at:</a:t>
            </a:r>
            <a:br>
              <a:rPr lang="nl-BE" dirty="0"/>
            </a:br>
            <a:r>
              <a:rPr lang="nl-BE" dirty="0"/>
              <a:t>&lt;</a:t>
            </a:r>
            <a:r>
              <a:rPr lang="nl-BE" dirty="0" err="1"/>
              <a:t>solutionname</a:t>
            </a:r>
            <a:r>
              <a:rPr lang="nl-BE" dirty="0"/>
              <a:t>&gt;\&lt;</a:t>
            </a:r>
            <a:r>
              <a:rPr lang="nl-BE" dirty="0" err="1"/>
              <a:t>projectname</a:t>
            </a:r>
            <a:r>
              <a:rPr lang="nl-BE" dirty="0"/>
              <a:t>&gt;\</a:t>
            </a:r>
            <a:r>
              <a:rPr lang="nl-BE" dirty="0" err="1"/>
              <a:t>obj</a:t>
            </a:r>
            <a:r>
              <a:rPr lang="nl-BE" dirty="0"/>
              <a:t>\Debug\net8.0\&lt;</a:t>
            </a:r>
            <a:r>
              <a:rPr lang="nl-BE" dirty="0" err="1"/>
              <a:t>projectname</a:t>
            </a:r>
            <a:r>
              <a:rPr lang="nl-BE" dirty="0"/>
              <a:t>&gt;.</a:t>
            </a:r>
            <a:r>
              <a:rPr lang="nl-BE" dirty="0" err="1"/>
              <a:t>GlobalUsings.g.cs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FD944FF-27C5-4D51-AD98-5107581B8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5016241"/>
            <a:ext cx="3468092" cy="1594871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6699197F-0763-4E1D-9E4D-6D677CE8680F}"/>
              </a:ext>
            </a:extLst>
          </p:cNvPr>
          <p:cNvSpPr txBox="1"/>
          <p:nvPr/>
        </p:nvSpPr>
        <p:spPr>
          <a:xfrm>
            <a:off x="3035808" y="2984062"/>
            <a:ext cx="458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4"/>
              </a:rPr>
              <a:t>https://csharp.christiannagel.com/2020/06/30/helloworld9/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3149222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6974430" cy="369332"/>
          </a:xfrm>
        </p:spPr>
        <p:txBody>
          <a:bodyPr/>
          <a:lstStyle/>
          <a:p>
            <a:r>
              <a:rPr lang="nl-BE" dirty="0"/>
              <a:t>Your first C# program: </a:t>
            </a:r>
            <a:r>
              <a:rPr lang="nl-BE" dirty="0" err="1"/>
              <a:t>however</a:t>
            </a:r>
            <a:r>
              <a:rPr lang="nl-BE" dirty="0"/>
              <a:t>… default in .NET 8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8" name="Text Placeholder 72">
            <a:extLst>
              <a:ext uri="{FF2B5EF4-FFF2-40B4-BE49-F238E27FC236}">
                <a16:creationId xmlns:a16="http://schemas.microsoft.com/office/drawing/2014/main" id="{C119BF83-175A-4040-AC14-0807510042F4}"/>
              </a:ext>
            </a:extLst>
          </p:cNvPr>
          <p:cNvSpPr txBox="1">
            <a:spLocks/>
          </p:cNvSpPr>
          <p:nvPr/>
        </p:nvSpPr>
        <p:spPr>
          <a:xfrm>
            <a:off x="358774" y="1280161"/>
            <a:ext cx="8453921" cy="460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charset="0"/>
              <a:buChar char="•"/>
            </a:pPr>
            <a:r>
              <a:rPr lang="nl-NL" b="1" dirty="0"/>
              <a:t>Global </a:t>
            </a:r>
            <a:r>
              <a:rPr lang="nl-NL" b="1" dirty="0" err="1"/>
              <a:t>usings</a:t>
            </a:r>
            <a:endParaRPr lang="nl-BE" sz="1800" b="1" dirty="0"/>
          </a:p>
          <a:p>
            <a:pPr marL="702900" lvl="1" indent="-342900">
              <a:buFont typeface="Wingdings" panose="05000000000000000000" pitchFamily="2" charset="2"/>
              <a:buChar char="Ø"/>
            </a:pPr>
            <a:r>
              <a:rPr lang="nl-BE" dirty="0" err="1"/>
              <a:t>Provide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option in </a:t>
            </a:r>
            <a:r>
              <a:rPr lang="nl-BE" dirty="0" err="1"/>
              <a:t>your</a:t>
            </a:r>
            <a:r>
              <a:rPr lang="nl-BE" dirty="0"/>
              <a:t> .</a:t>
            </a:r>
            <a:r>
              <a:rPr lang="nl-BE" dirty="0" err="1"/>
              <a:t>csproj</a:t>
            </a:r>
            <a:r>
              <a:rPr lang="nl-BE" dirty="0"/>
              <a:t> file</a:t>
            </a:r>
            <a:br>
              <a:rPr lang="nl-BE" dirty="0"/>
            </a:br>
            <a:r>
              <a:rPr lang="nl-BE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nl-BE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ImplicitUsings</a:t>
            </a:r>
            <a:r>
              <a:rPr lang="nl-BE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r>
              <a:rPr lang="nl-BE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enable</a:t>
            </a:r>
            <a:r>
              <a:rPr lang="nl-BE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nl-BE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ImplicitUsings</a:t>
            </a:r>
            <a:r>
              <a:rPr lang="nl-BE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nl-BE" sz="1400" dirty="0"/>
          </a:p>
          <a:p>
            <a:pPr marL="702900" lvl="1" indent="-342900">
              <a:buFont typeface="Wingdings" panose="05000000000000000000" pitchFamily="2" charset="2"/>
              <a:buChar char="Ø"/>
            </a:pPr>
            <a:r>
              <a:rPr lang="nl-BE" dirty="0"/>
              <a:t>You want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own</a:t>
            </a:r>
            <a:r>
              <a:rPr lang="nl-BE" dirty="0"/>
              <a:t> </a:t>
            </a:r>
            <a:r>
              <a:rPr lang="nl-BE" dirty="0" err="1"/>
              <a:t>global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statements </a:t>
            </a:r>
            <a:r>
              <a:rPr lang="nl-BE" dirty="0" err="1"/>
              <a:t>applied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project? </a:t>
            </a:r>
            <a:br>
              <a:rPr lang="nl-BE" dirty="0"/>
            </a:br>
            <a:r>
              <a:rPr lang="nl-BE" u="sng" dirty="0"/>
              <a:t>3 </a:t>
            </a:r>
            <a:r>
              <a:rPr lang="nl-BE" u="sng" dirty="0" err="1"/>
              <a:t>ways</a:t>
            </a:r>
            <a:r>
              <a:rPr lang="nl-BE" u="sng" dirty="0"/>
              <a:t>:</a:t>
            </a:r>
          </a:p>
          <a:p>
            <a:pPr marL="882900" lvl="2" indent="-342900">
              <a:buFont typeface="Wingdings" panose="05000000000000000000" pitchFamily="2" charset="2"/>
              <a:buChar char="Ø"/>
            </a:pP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keyword</a:t>
            </a:r>
            <a:r>
              <a:rPr lang="nl-BE" dirty="0"/>
              <a:t> </a:t>
            </a:r>
            <a:r>
              <a:rPr lang="nl-BE" b="1" dirty="0" err="1"/>
              <a:t>global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statement:</a:t>
            </a:r>
          </a:p>
          <a:p>
            <a:pPr marL="882900" lvl="2" indent="-342900">
              <a:buFont typeface="Wingdings" panose="05000000000000000000" pitchFamily="2" charset="2"/>
              <a:buChar char="Ø"/>
            </a:pPr>
            <a:endParaRPr lang="nl-BE" dirty="0"/>
          </a:p>
          <a:p>
            <a:pPr lvl="2" indent="0">
              <a:buNone/>
            </a:pPr>
            <a:endParaRPr lang="nl-BE" dirty="0"/>
          </a:p>
          <a:p>
            <a:pPr marL="882900" lvl="2" indent="-342900">
              <a:buFont typeface="Wingdings" panose="05000000000000000000" pitchFamily="2" charset="2"/>
              <a:buChar char="Ø"/>
            </a:pPr>
            <a:r>
              <a:rPr lang="nl-BE" b="1" dirty="0"/>
              <a:t>OR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a </a:t>
            </a:r>
            <a:r>
              <a:rPr lang="nl-BE" dirty="0" err="1"/>
              <a:t>GlobalUsings.cs</a:t>
            </a:r>
            <a:r>
              <a:rPr lang="nl-BE" dirty="0"/>
              <a:t> file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project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all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u="sng" dirty="0" err="1"/>
              <a:t>global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statements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743778A-E8B5-4DA7-81E0-151AA4B89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933" y="3094172"/>
            <a:ext cx="4371205" cy="49088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5D911AE-C5A8-49AC-A509-26F4FEFB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206" y="4023664"/>
            <a:ext cx="2792386" cy="2120800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A8CBC869-A88D-4244-B680-7E920C978976}"/>
              </a:ext>
            </a:extLst>
          </p:cNvPr>
          <p:cNvSpPr/>
          <p:nvPr/>
        </p:nvSpPr>
        <p:spPr>
          <a:xfrm>
            <a:off x="2084832" y="5042451"/>
            <a:ext cx="2651760" cy="33832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1053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6974430" cy="369332"/>
          </a:xfrm>
        </p:spPr>
        <p:txBody>
          <a:bodyPr/>
          <a:lstStyle/>
          <a:p>
            <a:r>
              <a:rPr lang="nl-BE" dirty="0"/>
              <a:t>Your first C# program: </a:t>
            </a:r>
            <a:r>
              <a:rPr lang="nl-BE" dirty="0" err="1"/>
              <a:t>however</a:t>
            </a:r>
            <a:r>
              <a:rPr lang="nl-BE" dirty="0"/>
              <a:t>… default in .NET 8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8" name="Text Placeholder 72">
            <a:extLst>
              <a:ext uri="{FF2B5EF4-FFF2-40B4-BE49-F238E27FC236}">
                <a16:creationId xmlns:a16="http://schemas.microsoft.com/office/drawing/2014/main" id="{C119BF83-175A-4040-AC14-0807510042F4}"/>
              </a:ext>
            </a:extLst>
          </p:cNvPr>
          <p:cNvSpPr txBox="1">
            <a:spLocks/>
          </p:cNvSpPr>
          <p:nvPr/>
        </p:nvSpPr>
        <p:spPr>
          <a:xfrm>
            <a:off x="358774" y="1280161"/>
            <a:ext cx="8453921" cy="4609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70000"/>
              <a:buFont typeface="Calibri" panose="020F0502020204030204" pitchFamily="34" charset="0"/>
              <a:buChar char="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charset="0"/>
              <a:buChar char="•"/>
            </a:pPr>
            <a:r>
              <a:rPr lang="nl-NL" b="1" dirty="0"/>
              <a:t>Global </a:t>
            </a:r>
            <a:r>
              <a:rPr lang="nl-NL" b="1" dirty="0" err="1"/>
              <a:t>usings</a:t>
            </a:r>
            <a:endParaRPr lang="nl-BE" sz="1800" b="1" dirty="0"/>
          </a:p>
          <a:p>
            <a:pPr marL="882900" lvl="2" indent="-342900">
              <a:buFont typeface="Wingdings" panose="05000000000000000000" pitchFamily="2" charset="2"/>
              <a:buChar char="Ø"/>
            </a:pPr>
            <a:r>
              <a:rPr lang="nl-BE" b="1" dirty="0"/>
              <a:t>OR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.</a:t>
            </a:r>
            <a:r>
              <a:rPr lang="nl-BE" dirty="0" err="1"/>
              <a:t>csproj</a:t>
            </a:r>
            <a:r>
              <a:rPr lang="nl-BE" dirty="0"/>
              <a:t> file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/</a:t>
            </a:r>
            <a:r>
              <a:rPr lang="nl-BE" dirty="0" err="1"/>
              <a:t>remove</a:t>
            </a:r>
            <a:r>
              <a:rPr lang="nl-BE" dirty="0"/>
              <a:t> </a:t>
            </a:r>
            <a:r>
              <a:rPr lang="nl-BE" dirty="0" err="1"/>
              <a:t>implicit</a:t>
            </a:r>
            <a:r>
              <a:rPr lang="nl-BE" dirty="0"/>
              <a:t> </a:t>
            </a:r>
            <a:r>
              <a:rPr lang="nl-BE" dirty="0" err="1"/>
              <a:t>namespaces</a:t>
            </a:r>
            <a:r>
              <a:rPr lang="nl-BE" dirty="0"/>
              <a:t>:</a:t>
            </a:r>
          </a:p>
          <a:p>
            <a:pPr marL="882900" lvl="2" indent="-342900">
              <a:buFont typeface="Wingdings" panose="05000000000000000000" pitchFamily="2" charset="2"/>
              <a:buChar char="Ø"/>
            </a:pPr>
            <a:endParaRPr lang="nl-BE" dirty="0"/>
          </a:p>
          <a:p>
            <a:pPr lvl="2" indent="0">
              <a:buNone/>
            </a:pP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DE68F73-DDA0-42B9-BB44-4F758CAD1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29" y="2094506"/>
            <a:ext cx="447675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47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1596740" cy="369332"/>
          </a:xfrm>
        </p:spPr>
        <p:txBody>
          <a:bodyPr/>
          <a:lstStyle/>
          <a:p>
            <a:r>
              <a:rPr lang="nl-BE" dirty="0"/>
              <a:t>DATA TYPES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2" name="Tabel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07943"/>
              </p:ext>
            </p:extLst>
          </p:nvPr>
        </p:nvGraphicFramePr>
        <p:xfrm>
          <a:off x="358775" y="1397000"/>
          <a:ext cx="8453919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4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/>
                        <a:t>Opmerkingen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</a:t>
                      </a:r>
                      <a:endParaRPr lang="nl-N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s-I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 to 9,223,372,036,854,775,807</a:t>
                      </a:r>
                      <a:endParaRPr lang="nl-N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err="1"/>
                        <a:t>float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err="1"/>
                        <a:t>float</a:t>
                      </a:r>
                      <a:endParaRPr lang="nl-NL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hr-HR" dirty="0">
                          <a:solidFill>
                            <a:srgbClr val="2A2A2A"/>
                          </a:solidFill>
                          <a:effectLst/>
                        </a:rPr>
                        <a:t>±1.5e−45 to ±3.4e38, 7 </a:t>
                      </a:r>
                      <a:r>
                        <a:rPr lang="hr-HR" dirty="0" err="1">
                          <a:solidFill>
                            <a:srgbClr val="2A2A2A"/>
                          </a:solidFill>
                          <a:effectLst/>
                        </a:rPr>
                        <a:t>precision</a:t>
                      </a:r>
                      <a:endParaRPr lang="hr-HR" dirty="0">
                        <a:solidFill>
                          <a:srgbClr val="2A2A2A"/>
                        </a:solidFill>
                        <a:effectLst/>
                      </a:endParaRPr>
                    </a:p>
                  </a:txBody>
                  <a:tcPr marL="101600" marR="101600" marT="127000" marB="127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±5.0e−324 to ±1.7e308, 15-16 </a:t>
                      </a:r>
                      <a:r>
                        <a:rPr lang="hr-H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nl-N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 err="1"/>
                        <a:t>decimal</a:t>
                      </a:r>
                      <a:endParaRPr lang="nl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/>
                        <a:t>Financial datatype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/>
                        <a:t>Small s (</a:t>
                      </a:r>
                      <a:r>
                        <a:rPr lang="nl-NL" b="0" dirty="0">
                          <a:sym typeface="Wingdings"/>
                        </a:rPr>
                        <a:t> Java)</a:t>
                      </a:r>
                      <a:endParaRPr lang="nl-N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err="1"/>
                        <a:t>char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dirty="0" err="1"/>
                        <a:t>char</a:t>
                      </a:r>
                      <a:endParaRPr lang="nl-N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err="1"/>
                        <a:t>boolean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 err="1"/>
                        <a:t>bool</a:t>
                      </a:r>
                      <a:endParaRPr lang="nl-NL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true</a:t>
                      </a:r>
                      <a:r>
                        <a:rPr lang="nl-NL" b="0" dirty="0"/>
                        <a:t> or </a:t>
                      </a:r>
                      <a:r>
                        <a:rPr lang="nl-NL" b="0" dirty="0" err="1"/>
                        <a:t>false</a:t>
                      </a:r>
                      <a:endParaRPr lang="nl-N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642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/>
          <p:cNvSpPr/>
          <p:nvPr/>
        </p:nvSpPr>
        <p:spPr>
          <a:xfrm>
            <a:off x="358774" y="1152000"/>
            <a:ext cx="4505834" cy="1737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1" y="715334"/>
            <a:ext cx="4504608" cy="369332"/>
          </a:xfrm>
        </p:spPr>
        <p:txBody>
          <a:bodyPr/>
          <a:lstStyle/>
          <a:p>
            <a:r>
              <a:rPr lang="nl-BE"/>
              <a:t>VARIABLE DECLARATIon </a:t>
            </a:r>
            <a:r>
              <a:rPr lang="mr-IN"/>
              <a:t>–</a:t>
            </a:r>
            <a:r>
              <a:rPr lang="nl-BE"/>
              <a:t> METHOD 1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8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int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age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= 38;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bool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hasPassed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= score &gt;= 10;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latin typeface="Consolas" charset="0"/>
                <a:ea typeface="Consolas" charset="0"/>
                <a:cs typeface="Consolas" charset="0"/>
              </a:rPr>
              <a:t>string name = “John Doe”;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dirty="0">
                <a:sym typeface="Wingdings"/>
              </a:rPr>
              <a:t> Same as JAVA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08325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358774" y="1152000"/>
            <a:ext cx="4505834" cy="1737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553254" cy="369332"/>
          </a:xfrm>
        </p:spPr>
        <p:txBody>
          <a:bodyPr/>
          <a:lstStyle/>
          <a:p>
            <a:r>
              <a:rPr lang="nl-BE"/>
              <a:t>VARIABLE DECLARATIon </a:t>
            </a:r>
            <a:r>
              <a:rPr lang="mr-IN"/>
              <a:t>–</a:t>
            </a:r>
            <a:r>
              <a:rPr lang="nl-BE"/>
              <a:t> METHOD 2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8" name="Text Placeholder 72"/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</p:spPr>
        <p:txBody>
          <a:bodyPr>
            <a:norm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b="1" dirty="0">
                <a:latin typeface="Consolas" charset="0"/>
                <a:ea typeface="Consolas" charset="0"/>
                <a:cs typeface="Consolas" charset="0"/>
              </a:rPr>
              <a:t>var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age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= 38;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b="1" dirty="0">
                <a:latin typeface="Consolas" charset="0"/>
                <a:ea typeface="Consolas" charset="0"/>
                <a:cs typeface="Consolas" charset="0"/>
              </a:rPr>
              <a:t>var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nl-BE" dirty="0" err="1">
                <a:latin typeface="Consolas" charset="0"/>
                <a:ea typeface="Consolas" charset="0"/>
                <a:cs typeface="Consolas" charset="0"/>
              </a:rPr>
              <a:t>hasPassed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= score &gt;= 10;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>
              <a:latin typeface="Consolas" charset="0"/>
              <a:ea typeface="Consolas" charset="0"/>
              <a:cs typeface="Consolas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nl-BE" b="1" dirty="0">
                <a:latin typeface="Consolas" charset="0"/>
                <a:ea typeface="Consolas" charset="0"/>
                <a:cs typeface="Consolas" charset="0"/>
              </a:rPr>
              <a:t>var</a:t>
            </a:r>
            <a:r>
              <a:rPr lang="nl-BE" dirty="0">
                <a:latin typeface="Consolas" charset="0"/>
                <a:ea typeface="Consolas" charset="0"/>
                <a:cs typeface="Consolas" charset="0"/>
              </a:rPr>
              <a:t> name = “John Doe”;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lang="nl-BE" dirty="0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à"/>
              <a:tabLst/>
              <a:defRPr/>
            </a:pPr>
            <a:r>
              <a:rPr lang="nl-BE" dirty="0">
                <a:sym typeface="Wingdings"/>
              </a:rPr>
              <a:t>The C#-compiler determines the correct data type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à"/>
              <a:tabLst/>
              <a:defRPr/>
            </a:pPr>
            <a:r>
              <a:rPr lang="nl-BE" dirty="0" err="1">
                <a:sym typeface="Wingdings"/>
              </a:rPr>
              <a:t>Saves</a:t>
            </a:r>
            <a:r>
              <a:rPr lang="nl-BE" dirty="0">
                <a:sym typeface="Wingdings"/>
              </a:rPr>
              <a:t> </a:t>
            </a:r>
            <a:r>
              <a:rPr lang="nl-BE" dirty="0" err="1">
                <a:sym typeface="Wingdings"/>
              </a:rPr>
              <a:t>space</a:t>
            </a:r>
            <a:r>
              <a:rPr lang="nl-BE" dirty="0">
                <a:sym typeface="Wingdings"/>
              </a:rPr>
              <a:t> </a:t>
            </a:r>
            <a:r>
              <a:rPr lang="nl-BE" dirty="0" err="1">
                <a:sym typeface="Wingdings"/>
              </a:rPr>
              <a:t>for</a:t>
            </a:r>
            <a:r>
              <a:rPr lang="nl-BE" dirty="0">
                <a:sym typeface="Wingdings"/>
              </a:rPr>
              <a:t> complex data types (</a:t>
            </a:r>
            <a:r>
              <a:rPr lang="nl-BE" dirty="0" err="1">
                <a:sym typeface="Wingdings"/>
              </a:rPr>
              <a:t>see</a:t>
            </a:r>
            <a:r>
              <a:rPr lang="nl-BE" dirty="0">
                <a:sym typeface="Wingdings"/>
              </a:rPr>
              <a:t> </a:t>
            </a:r>
            <a:r>
              <a:rPr lang="nl-BE" dirty="0">
                <a:sym typeface="Wingdings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conventions</a:t>
            </a:r>
            <a:r>
              <a:rPr lang="nl-BE" dirty="0">
                <a:sym typeface="Wingdings"/>
              </a:rPr>
              <a:t>)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Char char="à"/>
              <a:tabLst/>
              <a:defRPr/>
            </a:pPr>
            <a:r>
              <a:rPr lang="nl-BE" dirty="0">
                <a:sym typeface="Wingdings"/>
              </a:rPr>
              <a:t>‘Can’ be useful, but </a:t>
            </a:r>
            <a:r>
              <a:rPr lang="nl-BE" b="1" u="sng" dirty="0">
                <a:sym typeface="Wingdings"/>
              </a:rPr>
              <a:t>this will not be standard behaviour </a:t>
            </a:r>
            <a:r>
              <a:rPr lang="nl-BE" dirty="0">
                <a:sym typeface="Wingdings"/>
              </a:rPr>
              <a:t>in this course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31669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63AD892-9578-4407-9DBE-6FB6A895C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35" y="1296541"/>
            <a:ext cx="4270265" cy="5195333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114848" cy="369332"/>
          </a:xfrm>
        </p:spPr>
        <p:txBody>
          <a:bodyPr/>
          <a:lstStyle/>
          <a:p>
            <a:r>
              <a:rPr lang="nl-BE" dirty="0"/>
              <a:t>Automatic </a:t>
            </a:r>
            <a:r>
              <a:rPr lang="nl-BE" dirty="0" err="1"/>
              <a:t>Properties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0" name="Tekstvak 9"/>
          <p:cNvSpPr txBox="1"/>
          <p:nvPr/>
        </p:nvSpPr>
        <p:spPr>
          <a:xfrm>
            <a:off x="5867417" y="1295209"/>
            <a:ext cx="2974848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2"/>
                </a:solidFill>
              </a:rPr>
              <a:t>Declaration</a:t>
            </a:r>
            <a:r>
              <a:rPr lang="nl-NL" dirty="0">
                <a:solidFill>
                  <a:schemeClr val="bg2"/>
                </a:solidFill>
              </a:rPr>
              <a:t> of </a:t>
            </a:r>
            <a:r>
              <a:rPr lang="nl-NL" dirty="0" err="1">
                <a:solidFill>
                  <a:schemeClr val="bg2"/>
                </a:solidFill>
              </a:rPr>
              <a:t>properties</a:t>
            </a:r>
            <a:br>
              <a:rPr lang="nl-NL" dirty="0">
                <a:solidFill>
                  <a:schemeClr val="bg2"/>
                </a:solidFill>
              </a:rPr>
            </a:br>
            <a:r>
              <a:rPr lang="nl-NL" dirty="0" err="1">
                <a:solidFill>
                  <a:schemeClr val="bg2"/>
                </a:solidFill>
              </a:rPr>
              <a:t>with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getter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and</a:t>
            </a:r>
            <a:r>
              <a:rPr lang="nl-NL" dirty="0">
                <a:solidFill>
                  <a:schemeClr val="bg2"/>
                </a:solidFill>
              </a:rPr>
              <a:t>/or setter</a:t>
            </a:r>
          </a:p>
          <a:p>
            <a:br>
              <a:rPr lang="nl-NL" dirty="0">
                <a:solidFill>
                  <a:schemeClr val="bg2"/>
                </a:solidFill>
              </a:rPr>
            </a:br>
            <a:r>
              <a:rPr lang="nl-NL" dirty="0">
                <a:solidFill>
                  <a:schemeClr val="bg2"/>
                </a:solidFill>
              </a:rPr>
              <a:t>(in </a:t>
            </a:r>
            <a:r>
              <a:rPr lang="nl-NL" dirty="0" err="1">
                <a:solidFill>
                  <a:schemeClr val="bg2"/>
                </a:solidFill>
              </a:rPr>
              <a:t>comparison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with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getXXX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and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setXXX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methods</a:t>
            </a:r>
            <a:r>
              <a:rPr lang="nl-NL" dirty="0">
                <a:solidFill>
                  <a:schemeClr val="bg2"/>
                </a:solidFill>
              </a:rPr>
              <a:t> in Java)</a:t>
            </a:r>
          </a:p>
        </p:txBody>
      </p:sp>
      <p:sp>
        <p:nvSpPr>
          <p:cNvPr id="15" name="Tekstvak 14"/>
          <p:cNvSpPr txBox="1"/>
          <p:nvPr/>
        </p:nvSpPr>
        <p:spPr>
          <a:xfrm>
            <a:off x="5340898" y="2861762"/>
            <a:ext cx="3551355" cy="92333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Convention: </a:t>
            </a:r>
            <a:r>
              <a:rPr lang="nl-NL" dirty="0" err="1"/>
              <a:t>methods</a:t>
            </a:r>
            <a:r>
              <a:rPr lang="nl-NL" dirty="0"/>
              <a:t> and </a:t>
            </a:r>
            <a:r>
              <a:rPr lang="nl-NL" dirty="0" err="1"/>
              <a:t>properties</a:t>
            </a:r>
            <a:r>
              <a:rPr lang="nl-NL" dirty="0"/>
              <a:t> are </a:t>
            </a:r>
            <a:r>
              <a:rPr lang="nl-NL" dirty="0" err="1"/>
              <a:t>written</a:t>
            </a:r>
            <a:r>
              <a:rPr lang="nl-NL" dirty="0"/>
              <a:t> in </a:t>
            </a:r>
            <a:r>
              <a:rPr lang="nl-NL" dirty="0" err="1"/>
              <a:t>PascalCase</a:t>
            </a:r>
            <a:r>
              <a:rPr lang="nl-NL" dirty="0"/>
              <a:t>   (</a:t>
            </a:r>
            <a:r>
              <a:rPr lang="nl-NL" dirty="0">
                <a:sym typeface="Wingdings"/>
              </a:rPr>
              <a:t> Java)</a:t>
            </a:r>
            <a:endParaRPr lang="nl-NL" dirty="0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EE41CA0A-8772-4FA7-9564-F60D2554F372}"/>
              </a:ext>
            </a:extLst>
          </p:cNvPr>
          <p:cNvSpPr txBox="1"/>
          <p:nvPr/>
        </p:nvSpPr>
        <p:spPr>
          <a:xfrm>
            <a:off x="910098" y="366492"/>
            <a:ext cx="8233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4"/>
              </a:rPr>
              <a:t>https://www.youtube.com/watch?v=o-EtDWOm56Y&amp;list=PLhtnK9s_PXx-qveYqVaZWTYBrfpRbTGFz&amp;index=234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12565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BC4106A-F40F-4618-B812-FBD61F60B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069" y="2960914"/>
            <a:ext cx="5996161" cy="2778709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2576496" cy="369332"/>
          </a:xfrm>
        </p:spPr>
        <p:txBody>
          <a:bodyPr/>
          <a:lstStyle/>
          <a:p>
            <a:r>
              <a:rPr lang="nl-BE" dirty="0"/>
              <a:t>Object </a:t>
            </a:r>
            <a:r>
              <a:rPr lang="nl-BE" dirty="0" err="1"/>
              <a:t>Initializer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8785F4A4-3F2A-4E03-8D51-20DDF72CAA44}"/>
              </a:ext>
            </a:extLst>
          </p:cNvPr>
          <p:cNvSpPr/>
          <p:nvPr/>
        </p:nvSpPr>
        <p:spPr>
          <a:xfrm>
            <a:off x="6816696" y="361361"/>
            <a:ext cx="2327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>
                <a:hlinkClick r:id="rId4"/>
              </a:rPr>
              <a:t>http://bit.ly/2umm1Cy</a:t>
            </a:r>
            <a:endParaRPr lang="nl-BE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FE38CD47-3327-4B8D-BE23-362F6210A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1403713"/>
            <a:ext cx="3451749" cy="1306067"/>
          </a:xfrm>
          <a:prstGeom prst="rect">
            <a:avLst/>
          </a:prstGeom>
        </p:spPr>
      </p:pic>
      <p:sp>
        <p:nvSpPr>
          <p:cNvPr id="17" name="Title 70">
            <a:extLst>
              <a:ext uri="{FF2B5EF4-FFF2-40B4-BE49-F238E27FC236}">
                <a16:creationId xmlns:a16="http://schemas.microsoft.com/office/drawing/2014/main" id="{AA8AFC88-6485-42EA-BFE6-6F7195317750}"/>
              </a:ext>
            </a:extLst>
          </p:cNvPr>
          <p:cNvSpPr txBox="1">
            <a:spLocks/>
          </p:cNvSpPr>
          <p:nvPr/>
        </p:nvSpPr>
        <p:spPr>
          <a:xfrm>
            <a:off x="2889840" y="2364106"/>
            <a:ext cx="3156783" cy="369332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9000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None/>
              <a:defRPr sz="1800" kern="1200" cap="all" spc="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dirty="0"/>
              <a:t>Collection </a:t>
            </a:r>
            <a:r>
              <a:rPr lang="nl-BE" dirty="0" err="1"/>
              <a:t>Initializer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14570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174F-8708-A86E-3AB2-08CAA961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>
            <a:extLst>
              <a:ext uri="{FF2B5EF4-FFF2-40B4-BE49-F238E27FC236}">
                <a16:creationId xmlns:a16="http://schemas.microsoft.com/office/drawing/2014/main" id="{4A65ABC2-77B2-9A7A-BE7C-B651D7A2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15334"/>
            <a:ext cx="3273866" cy="369332"/>
          </a:xfrm>
        </p:spPr>
        <p:txBody>
          <a:bodyPr/>
          <a:lstStyle/>
          <a:p>
            <a:r>
              <a:rPr lang="nl-BE" dirty="0" err="1"/>
              <a:t>Primary</a:t>
            </a:r>
            <a:r>
              <a:rPr lang="nl-BE" dirty="0"/>
              <a:t> </a:t>
            </a:r>
            <a:r>
              <a:rPr lang="nl-BE" dirty="0" err="1"/>
              <a:t>constructors</a:t>
            </a:r>
            <a:endParaRPr lang="nl-BE" dirty="0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281BD50F-17D7-3F01-26D1-605595065F8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ADE5671-5372-FAFD-7829-099D2A2EE7D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6EE72A3-66DC-226B-2DBE-AF66AF97EBB7}"/>
              </a:ext>
            </a:extLst>
          </p:cNvPr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B3AD1BE-BB66-48F4-65D2-13363B1A1B13}"/>
              </a:ext>
            </a:extLst>
          </p:cNvPr>
          <p:cNvSpPr txBox="1"/>
          <p:nvPr/>
        </p:nvSpPr>
        <p:spPr>
          <a:xfrm>
            <a:off x="6074807" y="407115"/>
            <a:ext cx="2974848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2"/>
                </a:solidFill>
                <a:effectLst/>
                <a:latin typeface="Segoe UI" panose="020B0502040204020203" pitchFamily="34" charset="0"/>
              </a:rPr>
              <a:t>Primary constructors let you define constructor parameters when you declare the class.</a:t>
            </a:r>
          </a:p>
          <a:p>
            <a:endParaRPr lang="en-US" dirty="0">
              <a:solidFill>
                <a:schemeClr val="bg2"/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chemeClr val="bg2"/>
                </a:solidFill>
                <a:latin typeface="Segoe UI" panose="020B0502040204020203" pitchFamily="34" charset="0"/>
              </a:rPr>
              <a:t>These parameters are automatically translated to private fields</a:t>
            </a:r>
            <a:endParaRPr lang="nl-NL" dirty="0">
              <a:solidFill>
                <a:schemeClr val="bg2"/>
              </a:solidFill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8A9A874-4473-2A10-2544-FC84D6FB2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20" y="1490400"/>
            <a:ext cx="5860587" cy="6532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8B64E8E-C37A-51D1-92D5-B9307DE94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20" y="2985852"/>
            <a:ext cx="8929780" cy="2117556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F2D36ABF-C67A-5852-04D0-DBC90B24AD63}"/>
              </a:ext>
            </a:extLst>
          </p:cNvPr>
          <p:cNvSpPr/>
          <p:nvPr/>
        </p:nvSpPr>
        <p:spPr>
          <a:xfrm>
            <a:off x="1853120" y="2948891"/>
            <a:ext cx="3633280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593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4FC8973-312E-6AF9-6E73-B45DB04C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881" y="1675067"/>
            <a:ext cx="3695709" cy="4329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B22257-650C-FA22-FC2B-6DF06ECDA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23" y="1797647"/>
            <a:ext cx="3504636" cy="4206913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2775716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</a:t>
            </a:r>
            <a:r>
              <a:rPr lang="nl-BE" dirty="0" err="1"/>
              <a:t>override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9" name="Tekstvak 18"/>
          <p:cNvSpPr txBox="1"/>
          <p:nvPr/>
        </p:nvSpPr>
        <p:spPr>
          <a:xfrm>
            <a:off x="4354671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cxnSp>
        <p:nvCxnSpPr>
          <p:cNvPr id="21" name="Rechte verbindingslijn 20"/>
          <p:cNvCxnSpPr>
            <a:cxnSpLocks/>
          </p:cNvCxnSpPr>
          <p:nvPr/>
        </p:nvCxnSpPr>
        <p:spPr>
          <a:xfrm>
            <a:off x="1194816" y="5350764"/>
            <a:ext cx="3803904" cy="0"/>
          </a:xfrm>
          <a:prstGeom prst="line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hthoek 10">
            <a:extLst>
              <a:ext uri="{FF2B5EF4-FFF2-40B4-BE49-F238E27FC236}">
                <a16:creationId xmlns:a16="http://schemas.microsoft.com/office/drawing/2014/main" id="{3FFF107D-6572-45D8-B3BC-7384054B22A6}"/>
              </a:ext>
            </a:extLst>
          </p:cNvPr>
          <p:cNvSpPr/>
          <p:nvPr/>
        </p:nvSpPr>
        <p:spPr>
          <a:xfrm>
            <a:off x="5111355" y="5282924"/>
            <a:ext cx="695609" cy="2630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25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1CBABD-9B06-43ED-50A7-9FE0F0083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74" y="1804415"/>
            <a:ext cx="4119897" cy="3104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6BC451-1D74-E738-7534-52D3F93A1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689" y="1804415"/>
            <a:ext cx="4326971" cy="3173629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166273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</a:t>
            </a:r>
            <a:r>
              <a:rPr lang="nl-BE" dirty="0" err="1"/>
              <a:t>inheritance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9" name="Tekstvak 18"/>
          <p:cNvSpPr txBox="1"/>
          <p:nvPr/>
        </p:nvSpPr>
        <p:spPr>
          <a:xfrm>
            <a:off x="4354671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sp>
        <p:nvSpPr>
          <p:cNvPr id="7" name="Rechthoek 6"/>
          <p:cNvSpPr/>
          <p:nvPr/>
        </p:nvSpPr>
        <p:spPr>
          <a:xfrm>
            <a:off x="1454194" y="1798319"/>
            <a:ext cx="991826" cy="24622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/>
          <p:cNvSpPr/>
          <p:nvPr/>
        </p:nvSpPr>
        <p:spPr>
          <a:xfrm>
            <a:off x="5574091" y="1790699"/>
            <a:ext cx="779501" cy="19507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/>
          <p:cNvSpPr/>
          <p:nvPr/>
        </p:nvSpPr>
        <p:spPr>
          <a:xfrm>
            <a:off x="607146" y="2247689"/>
            <a:ext cx="2103120" cy="189398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/>
          <p:cNvSpPr/>
          <p:nvPr/>
        </p:nvSpPr>
        <p:spPr>
          <a:xfrm>
            <a:off x="4778185" y="2392469"/>
            <a:ext cx="2306821" cy="179713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0673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228486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</a:t>
            </a:r>
            <a:r>
              <a:rPr lang="nl-BE" dirty="0" err="1"/>
              <a:t>Defining</a:t>
            </a:r>
            <a:r>
              <a:rPr lang="nl-BE" dirty="0"/>
              <a:t> INTERFACES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9" name="Tekstvak 18"/>
          <p:cNvSpPr txBox="1"/>
          <p:nvPr/>
        </p:nvSpPr>
        <p:spPr>
          <a:xfrm>
            <a:off x="4466331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121920" y="4157472"/>
            <a:ext cx="4746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ym typeface="Wingdings"/>
              </a:rPr>
              <a:t> Interfaces start with a </a:t>
            </a:r>
            <a:r>
              <a:rPr lang="nl-NL" dirty="0" err="1">
                <a:sym typeface="Wingdings"/>
              </a:rPr>
              <a:t>capital</a:t>
            </a:r>
            <a:r>
              <a:rPr lang="nl-NL" dirty="0">
                <a:sym typeface="Wingdings"/>
              </a:rPr>
              <a:t> </a:t>
            </a:r>
            <a:r>
              <a:rPr lang="nl-NL" dirty="0">
                <a:latin typeface="Consolas" charset="0"/>
                <a:ea typeface="Consolas" charset="0"/>
                <a:cs typeface="Consolas" charset="0"/>
                <a:sym typeface="Wingdings"/>
              </a:rPr>
              <a:t>I</a:t>
            </a:r>
            <a:r>
              <a:rPr lang="nl-NL" dirty="0">
                <a:sym typeface="Wingdings"/>
              </a:rPr>
              <a:t> (</a:t>
            </a:r>
            <a:r>
              <a:rPr lang="nl-NL" dirty="0">
                <a:sym typeface="Wingdings"/>
                <a:hlinkClick r:id="" action="ppaction://noaction"/>
              </a:rPr>
              <a:t>convention</a:t>
            </a:r>
            <a:r>
              <a:rPr lang="nl-NL" dirty="0">
                <a:sym typeface="Wingdings"/>
              </a:rPr>
              <a:t>)</a:t>
            </a:r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7F963-9EAF-D128-710C-B5ADCF58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945331"/>
            <a:ext cx="3604224" cy="11255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E7053B-6DF1-ECA9-13BA-F2FE23D45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435" y="1945331"/>
            <a:ext cx="3426165" cy="112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11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644D18-0D0E-8B60-3F7D-CC1268167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4" y="1798320"/>
            <a:ext cx="4435794" cy="3982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2748C7-A3D2-1ED6-C3CD-E42D442D1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503" y="1816608"/>
            <a:ext cx="3990023" cy="3982675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893732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</a:t>
            </a:r>
            <a:r>
              <a:rPr lang="nl-BE" dirty="0" err="1"/>
              <a:t>Implementing</a:t>
            </a:r>
            <a:r>
              <a:rPr lang="nl-BE" dirty="0"/>
              <a:t> INTERFACES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5" name="Tekstvak 4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9" name="Tekstvak 18"/>
          <p:cNvSpPr txBox="1"/>
          <p:nvPr/>
        </p:nvSpPr>
        <p:spPr>
          <a:xfrm>
            <a:off x="4915503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sp>
        <p:nvSpPr>
          <p:cNvPr id="14" name="Rechthoek 13"/>
          <p:cNvSpPr/>
          <p:nvPr/>
        </p:nvSpPr>
        <p:spPr>
          <a:xfrm>
            <a:off x="1757172" y="1808988"/>
            <a:ext cx="938784" cy="15849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/>
          <p:cNvSpPr/>
          <p:nvPr/>
        </p:nvSpPr>
        <p:spPr>
          <a:xfrm>
            <a:off x="2735580" y="1808988"/>
            <a:ext cx="1565558" cy="15849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/>
          <p:cNvSpPr/>
          <p:nvPr/>
        </p:nvSpPr>
        <p:spPr>
          <a:xfrm>
            <a:off x="6265254" y="1798320"/>
            <a:ext cx="432000" cy="15849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hthoek 16"/>
          <p:cNvSpPr/>
          <p:nvPr/>
        </p:nvSpPr>
        <p:spPr>
          <a:xfrm>
            <a:off x="6748829" y="1801368"/>
            <a:ext cx="1245890" cy="15849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7"/>
          <p:cNvSpPr/>
          <p:nvPr/>
        </p:nvSpPr>
        <p:spPr>
          <a:xfrm>
            <a:off x="592426" y="5032248"/>
            <a:ext cx="2632358" cy="59436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hthoek 19"/>
          <p:cNvSpPr/>
          <p:nvPr/>
        </p:nvSpPr>
        <p:spPr>
          <a:xfrm>
            <a:off x="5152234" y="5032248"/>
            <a:ext cx="3162710" cy="670560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1" name="Afbeelding 20"/>
          <p:cNvPicPr>
            <a:picLocks noChangeAspect="1"/>
          </p:cNvPicPr>
          <p:nvPr/>
        </p:nvPicPr>
        <p:blipFill rotWithShape="1">
          <a:blip r:embed="rId5"/>
          <a:srcRect l="70918" t="32813" b="61002"/>
          <a:stretch/>
        </p:blipFill>
        <p:spPr>
          <a:xfrm>
            <a:off x="7564581" y="2671948"/>
            <a:ext cx="1194262" cy="25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04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883584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Access </a:t>
            </a:r>
            <a:r>
              <a:rPr lang="nl-BE" dirty="0" err="1"/>
              <a:t>modifiers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graphicFrame>
        <p:nvGraphicFramePr>
          <p:cNvPr id="29" name="Tabel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398858"/>
              </p:ext>
            </p:extLst>
          </p:nvPr>
        </p:nvGraphicFramePr>
        <p:xfrm>
          <a:off x="358775" y="1397000"/>
          <a:ext cx="845391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7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/>
                        <a:t>Opmerkingen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Accessible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from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everywhere</a:t>
                      </a:r>
                      <a:endParaRPr lang="nl-NL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Accessible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only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from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within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the</a:t>
                      </a:r>
                      <a:r>
                        <a:rPr lang="nl-NL" b="0" dirty="0"/>
                        <a:t>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err="1"/>
                        <a:t>protected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protected</a:t>
                      </a:r>
                      <a:endParaRPr lang="nl-NL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Accessible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within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the</a:t>
                      </a:r>
                      <a:r>
                        <a:rPr lang="nl-NL" b="0" dirty="0"/>
                        <a:t> class </a:t>
                      </a:r>
                      <a:r>
                        <a:rPr lang="nl-NL" b="0" dirty="0" err="1"/>
                        <a:t>and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inherited</a:t>
                      </a:r>
                      <a:r>
                        <a:rPr lang="nl-NL" b="0" dirty="0"/>
                        <a:t>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Internal</a:t>
                      </a:r>
                      <a:r>
                        <a:rPr lang="nl-NL" b="0" dirty="0"/>
                        <a:t>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0" dirty="0" err="1"/>
                        <a:t>Accessible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within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the</a:t>
                      </a:r>
                      <a:r>
                        <a:rPr lang="nl-NL" b="0" dirty="0"/>
                        <a:t> </a:t>
                      </a:r>
                      <a:r>
                        <a:rPr lang="nl-NL" b="0" dirty="0" err="1"/>
                        <a:t>assembly</a:t>
                      </a:r>
                      <a:r>
                        <a:rPr lang="nl-NL" b="0" dirty="0"/>
                        <a:t> 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8" name="Tekstvak 7"/>
          <p:cNvSpPr txBox="1"/>
          <p:nvPr/>
        </p:nvSpPr>
        <p:spPr>
          <a:xfrm>
            <a:off x="358775" y="4218432"/>
            <a:ext cx="85930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(1) </a:t>
            </a:r>
            <a:r>
              <a:rPr lang="nl-NL" dirty="0" err="1"/>
              <a:t>When</a:t>
            </a:r>
            <a:r>
              <a:rPr lang="nl-NL" dirty="0"/>
              <a:t> no access </a:t>
            </a:r>
            <a:r>
              <a:rPr lang="nl-NL" dirty="0" err="1"/>
              <a:t>modifier</a:t>
            </a:r>
            <a:r>
              <a:rPr lang="nl-NL" dirty="0"/>
              <a:t> is </a:t>
            </a:r>
            <a:r>
              <a:rPr lang="nl-NL" dirty="0" err="1"/>
              <a:t>given</a:t>
            </a:r>
            <a:r>
              <a:rPr lang="nl-NL" dirty="0"/>
              <a:t> in Java, </a:t>
            </a:r>
            <a:r>
              <a:rPr lang="nl-NL" dirty="0" err="1"/>
              <a:t>accessibility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package is </a:t>
            </a:r>
            <a:r>
              <a:rPr lang="nl-NL" dirty="0" err="1"/>
              <a:t>assumed</a:t>
            </a:r>
            <a:r>
              <a:rPr lang="nl-NL" dirty="0"/>
              <a:t> </a:t>
            </a:r>
          </a:p>
          <a:p>
            <a:r>
              <a:rPr lang="nl-NL" dirty="0"/>
              <a:t>(2) </a:t>
            </a:r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u="sng" dirty="0"/>
              <a:t>default</a:t>
            </a:r>
            <a:r>
              <a:rPr lang="nl-NL" dirty="0"/>
              <a:t> in C# </a:t>
            </a:r>
            <a:r>
              <a:rPr lang="nl-NL" dirty="0" err="1"/>
              <a:t>if</a:t>
            </a:r>
            <a:r>
              <a:rPr lang="nl-NL" dirty="0"/>
              <a:t> no access </a:t>
            </a:r>
            <a:r>
              <a:rPr lang="nl-NL" dirty="0" err="1"/>
              <a:t>modifier</a:t>
            </a:r>
            <a:r>
              <a:rPr lang="nl-NL" dirty="0"/>
              <a:t> is </a:t>
            </a:r>
            <a:r>
              <a:rPr lang="nl-NL" dirty="0" err="1"/>
              <a:t>specified</a:t>
            </a:r>
            <a:endParaRPr lang="nl-NL" dirty="0"/>
          </a:p>
          <a:p>
            <a:r>
              <a:rPr lang="nl-NL" dirty="0"/>
              <a:t>(3) An </a:t>
            </a:r>
            <a:r>
              <a:rPr lang="nl-NL" dirty="0" err="1"/>
              <a:t>assembly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seen</a:t>
            </a:r>
            <a:r>
              <a:rPr lang="nl-NL" dirty="0"/>
              <a:t> as a .NET DLL or EXE</a:t>
            </a:r>
          </a:p>
        </p:txBody>
      </p:sp>
    </p:spTree>
    <p:extLst>
      <p:ext uri="{BB962C8B-B14F-4D97-AF65-F5344CB8AC3E}">
        <p14:creationId xmlns:p14="http://schemas.microsoft.com/office/powerpoint/2010/main" val="2127838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19B5140-5CA9-230F-3E24-31BF85B19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628" y="3156374"/>
            <a:ext cx="2412825" cy="13289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93F4AA-3E6B-A770-F742-3C0246F64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663" y="1898150"/>
            <a:ext cx="3450578" cy="1230680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6401453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</a:t>
            </a:r>
            <a:r>
              <a:rPr lang="nl-BE" dirty="0" err="1"/>
              <a:t>Methods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properties</a:t>
            </a:r>
            <a:r>
              <a:rPr lang="nl-BE" dirty="0"/>
              <a:t> </a:t>
            </a:r>
            <a:r>
              <a:rPr lang="nl-BE" dirty="0" err="1"/>
              <a:t>OVERRIDing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0" name="Tekstvak 9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1" name="Tekstvak 10"/>
          <p:cNvSpPr txBox="1"/>
          <p:nvPr/>
        </p:nvSpPr>
        <p:spPr>
          <a:xfrm>
            <a:off x="4400663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sp>
        <p:nvSpPr>
          <p:cNvPr id="5" name="Rechthoek 4"/>
          <p:cNvSpPr/>
          <p:nvPr/>
        </p:nvSpPr>
        <p:spPr>
          <a:xfrm>
            <a:off x="5058156" y="2239571"/>
            <a:ext cx="548640" cy="31699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/>
          <p:cNvSpPr/>
          <p:nvPr/>
        </p:nvSpPr>
        <p:spPr>
          <a:xfrm>
            <a:off x="4943856" y="3630168"/>
            <a:ext cx="621792" cy="2804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kstvak 5"/>
          <p:cNvSpPr txBox="1"/>
          <p:nvPr/>
        </p:nvSpPr>
        <p:spPr>
          <a:xfrm>
            <a:off x="358775" y="4712086"/>
            <a:ext cx="7151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charset="2"/>
              <a:buChar char="à"/>
            </a:pP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>
                <a:solidFill>
                  <a:schemeClr val="accent2"/>
                </a:solidFill>
              </a:rPr>
              <a:t>override</a:t>
            </a:r>
            <a:r>
              <a:rPr lang="nl-NL" dirty="0"/>
              <a:t> </a:t>
            </a:r>
            <a:r>
              <a:rPr lang="nl-NL" dirty="0" err="1"/>
              <a:t>methods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properties</a:t>
            </a:r>
            <a:r>
              <a:rPr lang="nl-NL" dirty="0"/>
              <a:t>. Just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modifier</a:t>
            </a:r>
            <a:r>
              <a:rPr lang="nl-NL" dirty="0"/>
              <a:t> </a:t>
            </a:r>
            <a:r>
              <a:rPr lang="nl-NL" b="1" dirty="0">
                <a:solidFill>
                  <a:schemeClr val="tx2"/>
                </a:solidFill>
              </a:rPr>
              <a:t>virtual</a:t>
            </a:r>
            <a:r>
              <a:rPr lang="nl-NL" dirty="0"/>
              <a:t>.</a:t>
            </a:r>
          </a:p>
          <a:p>
            <a:pPr marL="285750" indent="-285750">
              <a:buFont typeface="Wingdings" charset="2"/>
              <a:buChar char="à"/>
            </a:pPr>
            <a:r>
              <a:rPr lang="nl-NL" dirty="0"/>
              <a:t>In Java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this</a:t>
            </a:r>
            <a:r>
              <a:rPr lang="nl-NL" dirty="0"/>
              <a:t>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840279-2113-9F4F-D129-211440C7A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1898150"/>
            <a:ext cx="3837451" cy="9879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D43CE8-6DA4-1D3F-7DFD-FE9A2556D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00" y="3128830"/>
            <a:ext cx="2887345" cy="132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29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100CC7-6717-F207-2AEA-763D11311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502" y="1879449"/>
            <a:ext cx="2925477" cy="2409876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511705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FINAL / SEALED CLASSES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1" name="Tekstvak 10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4915503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B8F5E0A6-5249-496D-A776-7130F32BC0F4}"/>
              </a:ext>
            </a:extLst>
          </p:cNvPr>
          <p:cNvSpPr/>
          <p:nvPr/>
        </p:nvSpPr>
        <p:spPr>
          <a:xfrm>
            <a:off x="5477255" y="1855470"/>
            <a:ext cx="799447" cy="31699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4F017-8902-48D7-E182-DC0EDF63D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3307033"/>
            <a:ext cx="2834752" cy="11811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923AE8-81C6-46D2-9073-5A1E0A471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0" y="2008510"/>
            <a:ext cx="2462636" cy="104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20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FC6DD00-91EB-2255-B2DE-19639AA83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1" y="2873392"/>
            <a:ext cx="3324860" cy="14579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DE97D5-8734-FFD6-9EC9-C5D275CFE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503" y="1797836"/>
            <a:ext cx="3450578" cy="12306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282AAA-70F8-E554-25A5-CC7939A0E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163" y="3080732"/>
            <a:ext cx="3032157" cy="1367143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594869" cy="369332"/>
          </a:xfrm>
        </p:spPr>
        <p:txBody>
          <a:bodyPr/>
          <a:lstStyle/>
          <a:p>
            <a:r>
              <a:rPr lang="nl-BE" dirty="0" err="1"/>
              <a:t>Oop</a:t>
            </a:r>
            <a:r>
              <a:rPr lang="nl-BE" dirty="0"/>
              <a:t> IN C# - FINAL / SEALED METHODS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1" name="Tekstvak 10"/>
          <p:cNvSpPr txBox="1"/>
          <p:nvPr/>
        </p:nvSpPr>
        <p:spPr>
          <a:xfrm>
            <a:off x="360000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4915503" y="130573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AFBB034C-8980-45E4-A8C4-EDDD4DD4E73D}"/>
              </a:ext>
            </a:extLst>
          </p:cNvPr>
          <p:cNvSpPr/>
          <p:nvPr/>
        </p:nvSpPr>
        <p:spPr>
          <a:xfrm>
            <a:off x="5501641" y="3598163"/>
            <a:ext cx="542924" cy="2804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A3AD4-35DC-163B-E96C-E49465452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0" y="1797836"/>
            <a:ext cx="3837451" cy="987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4547AB-5F4A-2E58-8204-EE89CD30A6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4460590"/>
            <a:ext cx="2219772" cy="13583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46A1E8-1217-34B6-2A9D-DB32DCDD25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3375" y="4500091"/>
            <a:ext cx="2322380" cy="1486992"/>
          </a:xfrm>
          <a:prstGeom prst="rect">
            <a:avLst/>
          </a:prstGeom>
        </p:spPr>
      </p:pic>
      <p:sp>
        <p:nvSpPr>
          <p:cNvPr id="21" name="Rechthoek 13">
            <a:extLst>
              <a:ext uri="{FF2B5EF4-FFF2-40B4-BE49-F238E27FC236}">
                <a16:creationId xmlns:a16="http://schemas.microsoft.com/office/drawing/2014/main" id="{23D6F1D2-9F27-B2CE-66F1-1CFB09A9DDEC}"/>
              </a:ext>
            </a:extLst>
          </p:cNvPr>
          <p:cNvSpPr/>
          <p:nvPr/>
        </p:nvSpPr>
        <p:spPr>
          <a:xfrm>
            <a:off x="1136564" y="3521806"/>
            <a:ext cx="542924" cy="2804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8752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002895" cy="369332"/>
          </a:xfrm>
        </p:spPr>
        <p:txBody>
          <a:bodyPr/>
          <a:lstStyle/>
          <a:p>
            <a:r>
              <a:rPr lang="nl-BE"/>
              <a:t>GENERIC COLLECTIONS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1" name="Tekstvak 10"/>
          <p:cNvSpPr txBox="1"/>
          <p:nvPr/>
        </p:nvSpPr>
        <p:spPr>
          <a:xfrm>
            <a:off x="460761" y="1305734"/>
            <a:ext cx="631455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JAVA</a:t>
            </a:r>
          </a:p>
        </p:txBody>
      </p:sp>
      <p:sp>
        <p:nvSpPr>
          <p:cNvPr id="12" name="Tekstvak 11"/>
          <p:cNvSpPr txBox="1"/>
          <p:nvPr/>
        </p:nvSpPr>
        <p:spPr>
          <a:xfrm>
            <a:off x="668702" y="3742944"/>
            <a:ext cx="423514" cy="36933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nl-NL"/>
              <a:t>C#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FE4EC-36A9-D982-066E-F75A2C089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450" y="1305734"/>
            <a:ext cx="7269164" cy="1574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05FA79-051D-9354-AD54-B3B4609B3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449" y="3742944"/>
            <a:ext cx="4946193" cy="180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88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6030454" cy="369332"/>
          </a:xfrm>
        </p:spPr>
        <p:txBody>
          <a:bodyPr/>
          <a:lstStyle/>
          <a:p>
            <a:r>
              <a:rPr lang="nl-BE" dirty="0"/>
              <a:t>GENERIC COLLECTIONS – Interface </a:t>
            </a:r>
            <a:r>
              <a:rPr lang="nl-BE" dirty="0" err="1"/>
              <a:t>hierarchy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5" name="Afbeelding 4" descr="Afbeelding met teken&#10;&#10;Automatisch gegenereerde beschrijving">
            <a:extLst>
              <a:ext uri="{FF2B5EF4-FFF2-40B4-BE49-F238E27FC236}">
                <a16:creationId xmlns:a16="http://schemas.microsoft.com/office/drawing/2014/main" id="{EEF87E6F-685A-4BF1-9E68-C3849DFE4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" y="1252723"/>
            <a:ext cx="4762500" cy="25146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037005B-5921-4E14-804B-BED65AC8B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890" y="2569028"/>
            <a:ext cx="4110848" cy="336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29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4650204" cy="369332"/>
          </a:xfrm>
        </p:spPr>
        <p:txBody>
          <a:bodyPr/>
          <a:lstStyle/>
          <a:p>
            <a:r>
              <a:rPr lang="nl-BE" dirty="0"/>
              <a:t>GENERIC COLLECTIONS - Dictionary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1278319"/>
            <a:ext cx="7289800" cy="2245673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6315DAE3-C3D4-44A4-B9F7-A36108EAD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837802"/>
            <a:ext cx="7791450" cy="1666875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91007CBC-070D-43F9-B7A5-AEDAFB392CAB}"/>
              </a:ext>
            </a:extLst>
          </p:cNvPr>
          <p:cNvSpPr/>
          <p:nvPr/>
        </p:nvSpPr>
        <p:spPr>
          <a:xfrm>
            <a:off x="387585" y="1289367"/>
            <a:ext cx="7289799" cy="1177607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86E51EE-37C3-4915-B44D-A807B62C28B9}"/>
              </a:ext>
            </a:extLst>
          </p:cNvPr>
          <p:cNvCxnSpPr>
            <a:cxnSpLocks/>
          </p:cNvCxnSpPr>
          <p:nvPr/>
        </p:nvCxnSpPr>
        <p:spPr>
          <a:xfrm>
            <a:off x="6543675" y="2553555"/>
            <a:ext cx="0" cy="1284247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70">
            <a:extLst>
              <a:ext uri="{FF2B5EF4-FFF2-40B4-BE49-F238E27FC236}">
                <a16:creationId xmlns:a16="http://schemas.microsoft.com/office/drawing/2014/main" id="{B1CF7252-768B-4EAF-B3AA-DCCE7E84255B}"/>
              </a:ext>
            </a:extLst>
          </p:cNvPr>
          <p:cNvSpPr txBox="1">
            <a:spLocks/>
          </p:cNvSpPr>
          <p:nvPr/>
        </p:nvSpPr>
        <p:spPr>
          <a:xfrm>
            <a:off x="5120259" y="3277464"/>
            <a:ext cx="2821755" cy="338554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vert="horz" wrap="none" lIns="9000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None/>
              <a:defRPr sz="1800" kern="1200" cap="all" spc="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sz="1600" dirty="0"/>
              <a:t>Collection </a:t>
            </a:r>
            <a:r>
              <a:rPr lang="nl-BE" sz="1600" dirty="0" err="1"/>
              <a:t>Initializer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361719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6030454" cy="369332"/>
          </a:xfrm>
        </p:spPr>
        <p:txBody>
          <a:bodyPr/>
          <a:lstStyle/>
          <a:p>
            <a:r>
              <a:rPr lang="nl-BE" dirty="0"/>
              <a:t>GENERIC COLLECTIONS – Interface </a:t>
            </a:r>
            <a:r>
              <a:rPr lang="nl-BE" dirty="0" err="1"/>
              <a:t>hierarchy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3AB19A6-7638-4A73-A59B-34D944C36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93" y="1351725"/>
            <a:ext cx="7339840" cy="496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19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2243263" cy="369332"/>
          </a:xfrm>
        </p:spPr>
        <p:txBody>
          <a:bodyPr/>
          <a:lstStyle/>
          <a:p>
            <a:r>
              <a:rPr lang="nl-BE" dirty="0" err="1"/>
              <a:t>Nullable</a:t>
            </a:r>
            <a:r>
              <a:rPr lang="nl-BE" dirty="0"/>
              <a:t> types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D5E1DEC-069A-4264-B2E2-ABA9E6840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70" y="1471349"/>
            <a:ext cx="5949633" cy="1319475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DFBFE4F3-4CC1-480E-96AC-19F20C6A6A32}"/>
              </a:ext>
            </a:extLst>
          </p:cNvPr>
          <p:cNvSpPr/>
          <p:nvPr/>
        </p:nvSpPr>
        <p:spPr>
          <a:xfrm>
            <a:off x="4302000" y="2200275"/>
            <a:ext cx="1758141" cy="3562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F0A690E-6212-48C9-838F-DFAC87344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9" y="3754819"/>
            <a:ext cx="5055763" cy="1462317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BCB7DEE9-34A3-4B4C-8524-0AA82A2BD680}"/>
              </a:ext>
            </a:extLst>
          </p:cNvPr>
          <p:cNvCxnSpPr>
            <a:cxnSpLocks/>
          </p:cNvCxnSpPr>
          <p:nvPr/>
        </p:nvCxnSpPr>
        <p:spPr>
          <a:xfrm flipH="1">
            <a:off x="1317971" y="2790824"/>
            <a:ext cx="1262669" cy="927617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hoek 14">
            <a:extLst>
              <a:ext uri="{FF2B5EF4-FFF2-40B4-BE49-F238E27FC236}">
                <a16:creationId xmlns:a16="http://schemas.microsoft.com/office/drawing/2014/main" id="{03FD14CD-F31C-4617-B872-E9823C9B1673}"/>
              </a:ext>
            </a:extLst>
          </p:cNvPr>
          <p:cNvSpPr/>
          <p:nvPr/>
        </p:nvSpPr>
        <p:spPr>
          <a:xfrm>
            <a:off x="619125" y="3774456"/>
            <a:ext cx="628650" cy="3562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hlinkClick r:id="rId5"/>
            <a:extLst>
              <a:ext uri="{FF2B5EF4-FFF2-40B4-BE49-F238E27FC236}">
                <a16:creationId xmlns:a16="http://schemas.microsoft.com/office/drawing/2014/main" id="{9FFDA945-7136-4D5C-816F-38CDD9505075}"/>
              </a:ext>
            </a:extLst>
          </p:cNvPr>
          <p:cNvSpPr/>
          <p:nvPr/>
        </p:nvSpPr>
        <p:spPr>
          <a:xfrm>
            <a:off x="933450" y="353465"/>
            <a:ext cx="82521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1400" dirty="0">
                <a:hlinkClick r:id="rId6"/>
              </a:rPr>
              <a:t>https://www.youtube.com/watch?v=bXsOOpWavp4&amp;list=PLhtnK9s_PXx-qveYqVaZWTYBrfpRbTGFz&amp;index=177</a:t>
            </a:r>
            <a:endParaRPr lang="nl-BE" sz="1400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C693B24-1368-4C18-B6DD-A0B400641DA2}"/>
              </a:ext>
            </a:extLst>
          </p:cNvPr>
          <p:cNvSpPr txBox="1"/>
          <p:nvPr/>
        </p:nvSpPr>
        <p:spPr>
          <a:xfrm>
            <a:off x="4718304" y="620020"/>
            <a:ext cx="4425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hlinkClick r:id="rId7"/>
              </a:rPr>
              <a:t>https://www.youtube.com/watch?v=NDweaZZZcbc</a:t>
            </a:r>
            <a:endParaRPr lang="nl-BE" sz="1600" dirty="0"/>
          </a:p>
        </p:txBody>
      </p:sp>
    </p:spTree>
    <p:extLst>
      <p:ext uri="{BB962C8B-B14F-4D97-AF65-F5344CB8AC3E}">
        <p14:creationId xmlns:p14="http://schemas.microsoft.com/office/powerpoint/2010/main" val="639883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B3476EEA-9DB1-4079-8882-E19693A16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71" y="1657957"/>
            <a:ext cx="4800600" cy="2190750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670577" cy="369332"/>
          </a:xfrm>
        </p:spPr>
        <p:txBody>
          <a:bodyPr/>
          <a:lstStyle/>
          <a:p>
            <a:r>
              <a:rPr lang="nl-BE" dirty="0" err="1"/>
              <a:t>Null</a:t>
            </a:r>
            <a:r>
              <a:rPr lang="nl-BE" dirty="0"/>
              <a:t> </a:t>
            </a:r>
            <a:r>
              <a:rPr lang="nl-BE" dirty="0" err="1"/>
              <a:t>coalescing</a:t>
            </a:r>
            <a:r>
              <a:rPr lang="nl-BE" dirty="0"/>
              <a:t>: ?? En ??=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7BA21D08-3978-4921-A0F9-BEB02FEE57E3}"/>
              </a:ext>
            </a:extLst>
          </p:cNvPr>
          <p:cNvCxnSpPr>
            <a:cxnSpLocks/>
          </p:cNvCxnSpPr>
          <p:nvPr/>
        </p:nvCxnSpPr>
        <p:spPr>
          <a:xfrm flipH="1">
            <a:off x="3086101" y="3046162"/>
            <a:ext cx="496015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hoek 14">
            <a:extLst>
              <a:ext uri="{FF2B5EF4-FFF2-40B4-BE49-F238E27FC236}">
                <a16:creationId xmlns:a16="http://schemas.microsoft.com/office/drawing/2014/main" id="{07F6CEA2-A982-4E26-8144-FD8F3465C13F}"/>
              </a:ext>
            </a:extLst>
          </p:cNvPr>
          <p:cNvSpPr/>
          <p:nvPr/>
        </p:nvSpPr>
        <p:spPr>
          <a:xfrm>
            <a:off x="382325" y="2372242"/>
            <a:ext cx="2569881" cy="1382576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D5BE7DC-F1DC-4114-B40B-11DADA2B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" y="4358935"/>
            <a:ext cx="2781300" cy="1103651"/>
          </a:xfrm>
          <a:prstGeom prst="rect">
            <a:avLst/>
          </a:prstGeom>
        </p:spPr>
      </p:pic>
      <p:sp>
        <p:nvSpPr>
          <p:cNvPr id="17" name="Rechthoek 16">
            <a:extLst>
              <a:ext uri="{FF2B5EF4-FFF2-40B4-BE49-F238E27FC236}">
                <a16:creationId xmlns:a16="http://schemas.microsoft.com/office/drawing/2014/main" id="{D2DBDA63-814B-4EF1-BD9A-95C10AACC9EE}"/>
              </a:ext>
            </a:extLst>
          </p:cNvPr>
          <p:cNvSpPr/>
          <p:nvPr/>
        </p:nvSpPr>
        <p:spPr>
          <a:xfrm>
            <a:off x="1846554" y="4748212"/>
            <a:ext cx="479395" cy="485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6CD96B3-B11F-46CD-B751-5D2007179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118" y="2247085"/>
            <a:ext cx="5412131" cy="991075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1DA389B3-7F73-4C86-8D1E-54DB071C8F02}"/>
              </a:ext>
            </a:extLst>
          </p:cNvPr>
          <p:cNvSpPr/>
          <p:nvPr/>
        </p:nvSpPr>
        <p:spPr>
          <a:xfrm>
            <a:off x="7094015" y="2819116"/>
            <a:ext cx="1684914" cy="485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3228FCC1-F4D2-4490-AE96-94509C949706}"/>
              </a:ext>
            </a:extLst>
          </p:cNvPr>
          <p:cNvSpPr txBox="1"/>
          <p:nvPr/>
        </p:nvSpPr>
        <p:spPr>
          <a:xfrm>
            <a:off x="1193074" y="380320"/>
            <a:ext cx="8108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6"/>
              </a:rPr>
              <a:t>https://www.youtube.com/watch?v=ZigtOlZ-bV0&amp;list=PLhtnK9s_PXx-qveYqVaZWTYBrfpRbTGFz&amp;index=179</a:t>
            </a:r>
            <a:endParaRPr lang="nl-BE" sz="1400" dirty="0"/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ABEB468E-EABF-45E1-B6FD-332A7920A305}"/>
              </a:ext>
            </a:extLst>
          </p:cNvPr>
          <p:cNvSpPr txBox="1"/>
          <p:nvPr/>
        </p:nvSpPr>
        <p:spPr>
          <a:xfrm>
            <a:off x="315642" y="5552875"/>
            <a:ext cx="85343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7"/>
              </a:rPr>
              <a:t>https://www.youtube.com/watch?v=Ok3qXoaqrok&amp;list=PLhtnK9s_PXx-qveYqVaZWTYBrfpRbTGFz&amp;index=194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2281559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040533" cy="369332"/>
          </a:xfrm>
        </p:spPr>
        <p:txBody>
          <a:bodyPr/>
          <a:lstStyle/>
          <a:p>
            <a:r>
              <a:rPr lang="nl-BE" dirty="0"/>
              <a:t>String </a:t>
            </a:r>
            <a:r>
              <a:rPr lang="nl-BE" dirty="0" err="1"/>
              <a:t>interpolation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CAB9793-DA7E-431C-A3B0-1DA52D933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20" y="2488389"/>
            <a:ext cx="5960612" cy="530094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DB03BAFC-1867-41B2-BBC3-456C1351DD77}"/>
              </a:ext>
            </a:extLst>
          </p:cNvPr>
          <p:cNvSpPr txBox="1"/>
          <p:nvPr/>
        </p:nvSpPr>
        <p:spPr>
          <a:xfrm>
            <a:off x="1679993" y="1582204"/>
            <a:ext cx="2974848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2"/>
                </a:solidFill>
              </a:rPr>
              <a:t>From</a:t>
            </a:r>
            <a:r>
              <a:rPr lang="nl-NL" dirty="0">
                <a:solidFill>
                  <a:schemeClr val="bg2"/>
                </a:solidFill>
              </a:rPr>
              <a:t> </a:t>
            </a:r>
            <a:r>
              <a:rPr lang="nl-NL" dirty="0" err="1">
                <a:solidFill>
                  <a:schemeClr val="bg2"/>
                </a:solidFill>
              </a:rPr>
              <a:t>now</a:t>
            </a:r>
            <a:r>
              <a:rPr lang="nl-NL" dirty="0">
                <a:solidFill>
                  <a:schemeClr val="bg2"/>
                </a:solidFill>
              </a:rPr>
              <a:t> on NO MORE </a:t>
            </a:r>
            <a:r>
              <a:rPr lang="nl-NL" dirty="0" err="1">
                <a:solidFill>
                  <a:schemeClr val="bg2"/>
                </a:solidFill>
              </a:rPr>
              <a:t>constructions</a:t>
            </a:r>
            <a:r>
              <a:rPr lang="nl-NL" dirty="0">
                <a:solidFill>
                  <a:schemeClr val="bg2"/>
                </a:solidFill>
              </a:rPr>
              <a:t> like these: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1B67809-A7DE-4470-81D9-43D36D6EC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50" y="2948406"/>
            <a:ext cx="8020050" cy="455548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3B49332B-A089-4301-B73E-777CA22E0570}"/>
              </a:ext>
            </a:extLst>
          </p:cNvPr>
          <p:cNvSpPr txBox="1"/>
          <p:nvPr/>
        </p:nvSpPr>
        <p:spPr>
          <a:xfrm>
            <a:off x="392841" y="3587639"/>
            <a:ext cx="3921983" cy="64633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USE string </a:t>
            </a:r>
            <a:r>
              <a:rPr lang="nl-NL" dirty="0" err="1"/>
              <a:t>interpolation</a:t>
            </a:r>
            <a:r>
              <a:rPr lang="nl-NL" dirty="0"/>
              <a:t>:</a:t>
            </a:r>
          </a:p>
          <a:p>
            <a:r>
              <a:rPr lang="nl-NL" dirty="0"/>
              <a:t>(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remember</a:t>
            </a:r>
            <a:r>
              <a:rPr lang="nl-NL" sz="1600" dirty="0"/>
              <a:t> template </a:t>
            </a:r>
            <a:r>
              <a:rPr lang="nl-NL" sz="1600" dirty="0" err="1"/>
              <a:t>literals</a:t>
            </a:r>
            <a:r>
              <a:rPr lang="nl-NL" sz="1600" dirty="0"/>
              <a:t> in JS?)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D43411B-C342-45B8-A554-324DDD8F9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077" y="4551247"/>
            <a:ext cx="6953845" cy="715837"/>
          </a:xfrm>
          <a:prstGeom prst="rect">
            <a:avLst/>
          </a:prstGeom>
        </p:spPr>
      </p:pic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DC6D3815-D479-42E8-941C-452211633381}"/>
              </a:ext>
            </a:extLst>
          </p:cNvPr>
          <p:cNvCxnSpPr>
            <a:cxnSpLocks/>
          </p:cNvCxnSpPr>
          <p:nvPr/>
        </p:nvCxnSpPr>
        <p:spPr>
          <a:xfrm>
            <a:off x="4025141" y="5096280"/>
            <a:ext cx="276859" cy="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138CB807-4AB7-49E5-8BB3-B9FE8981070F}"/>
              </a:ext>
            </a:extLst>
          </p:cNvPr>
          <p:cNvCxnSpPr>
            <a:cxnSpLocks/>
          </p:cNvCxnSpPr>
          <p:nvPr/>
        </p:nvCxnSpPr>
        <p:spPr>
          <a:xfrm>
            <a:off x="5996816" y="5087078"/>
            <a:ext cx="1508884" cy="92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hoek 21">
            <a:extLst>
              <a:ext uri="{FF2B5EF4-FFF2-40B4-BE49-F238E27FC236}">
                <a16:creationId xmlns:a16="http://schemas.microsoft.com/office/drawing/2014/main" id="{F5DA2CFE-4BDD-44C8-B4B8-47D7C66DDFFD}"/>
              </a:ext>
            </a:extLst>
          </p:cNvPr>
          <p:cNvSpPr/>
          <p:nvPr/>
        </p:nvSpPr>
        <p:spPr>
          <a:xfrm>
            <a:off x="6919325" y="631408"/>
            <a:ext cx="2197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>
                <a:hlinkClick r:id="rId6"/>
              </a:rPr>
              <a:t>http://bit.ly/37dv6uC</a:t>
            </a:r>
            <a:endParaRPr lang="nl-BE" dirty="0"/>
          </a:p>
        </p:txBody>
      </p:sp>
      <p:pic>
        <p:nvPicPr>
          <p:cNvPr id="24" name="Afbeelding 23" descr="Afbeelding met persoon, binnen, man, vasthouden&#10;&#10;Automatisch gegenereerde beschrijving">
            <a:extLst>
              <a:ext uri="{FF2B5EF4-FFF2-40B4-BE49-F238E27FC236}">
                <a16:creationId xmlns:a16="http://schemas.microsoft.com/office/drawing/2014/main" id="{7B2759F6-8425-4CBB-B1D7-28B3C673A0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6" y="1112791"/>
            <a:ext cx="1581147" cy="1375598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B783FD04-86E4-4D01-8A01-D9378735A752}"/>
              </a:ext>
            </a:extLst>
          </p:cNvPr>
          <p:cNvSpPr txBox="1"/>
          <p:nvPr/>
        </p:nvSpPr>
        <p:spPr>
          <a:xfrm>
            <a:off x="968250" y="375686"/>
            <a:ext cx="860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8"/>
              </a:rPr>
              <a:t>https://www.youtube.com/watch?v=xY4EhUdBMbo&amp;list=PLhtnK9s_PXx-qveYqVaZWTYBrfpRbTGFz&amp;index=176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41577784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921415" cy="369332"/>
          </a:xfrm>
        </p:spPr>
        <p:txBody>
          <a:bodyPr/>
          <a:lstStyle/>
          <a:p>
            <a:r>
              <a:rPr lang="nl-BE" dirty="0" err="1"/>
              <a:t>Expression-bodied</a:t>
            </a:r>
            <a:r>
              <a:rPr lang="nl-BE" dirty="0"/>
              <a:t> members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347F56E-4CAE-4F25-A5AC-354A5005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389078"/>
            <a:ext cx="7074943" cy="1590675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B035A18D-B5E8-46A5-B058-DACD0430428C}"/>
              </a:ext>
            </a:extLst>
          </p:cNvPr>
          <p:cNvSpPr/>
          <p:nvPr/>
        </p:nvSpPr>
        <p:spPr>
          <a:xfrm>
            <a:off x="358775" y="2254960"/>
            <a:ext cx="2670175" cy="3562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2C9BFEC-8765-4602-87F3-082165824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15" y="3571938"/>
            <a:ext cx="8153400" cy="419100"/>
          </a:xfrm>
          <a:prstGeom prst="rect">
            <a:avLst/>
          </a:prstGeom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F399024C-B7DD-49E8-AC17-0532BF0E961B}"/>
              </a:ext>
            </a:extLst>
          </p:cNvPr>
          <p:cNvCxnSpPr>
            <a:cxnSpLocks/>
          </p:cNvCxnSpPr>
          <p:nvPr/>
        </p:nvCxnSpPr>
        <p:spPr>
          <a:xfrm>
            <a:off x="2580640" y="2663979"/>
            <a:ext cx="695960" cy="6792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B9416AAB-DEA0-4785-8F6C-B0236A492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810" y="4189491"/>
            <a:ext cx="4029793" cy="1776239"/>
          </a:xfrm>
          <a:prstGeom prst="rect">
            <a:avLst/>
          </a:prstGeom>
        </p:spPr>
      </p:pic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DFF1637E-17B9-4944-B85C-9128F95BB844}"/>
              </a:ext>
            </a:extLst>
          </p:cNvPr>
          <p:cNvCxnSpPr>
            <a:cxnSpLocks/>
          </p:cNvCxnSpPr>
          <p:nvPr/>
        </p:nvCxnSpPr>
        <p:spPr>
          <a:xfrm flipH="1">
            <a:off x="4335603" y="4314825"/>
            <a:ext cx="15906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hoek 19">
            <a:extLst>
              <a:ext uri="{FF2B5EF4-FFF2-40B4-BE49-F238E27FC236}">
                <a16:creationId xmlns:a16="http://schemas.microsoft.com/office/drawing/2014/main" id="{BDFD05F4-8265-415B-B2B2-4733468E58C5}"/>
              </a:ext>
            </a:extLst>
          </p:cNvPr>
          <p:cNvSpPr/>
          <p:nvPr/>
        </p:nvSpPr>
        <p:spPr>
          <a:xfrm>
            <a:off x="229235" y="4168887"/>
            <a:ext cx="1675765" cy="177623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B5C991F-A74E-4103-BAC5-6CDA4D88C4CE}"/>
              </a:ext>
            </a:extLst>
          </p:cNvPr>
          <p:cNvSpPr txBox="1"/>
          <p:nvPr/>
        </p:nvSpPr>
        <p:spPr>
          <a:xfrm>
            <a:off x="1153114" y="363560"/>
            <a:ext cx="8153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6"/>
              </a:rPr>
              <a:t>https://www.youtube.com/watch?v=23OGtkEpMtc&amp;list=PLhtnK9s_PXx-qveYqVaZWTYBrfpRbTGFz&amp;index=87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3377765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3921415" cy="369332"/>
          </a:xfrm>
        </p:spPr>
        <p:txBody>
          <a:bodyPr/>
          <a:lstStyle/>
          <a:p>
            <a:r>
              <a:rPr lang="nl-BE" dirty="0" err="1"/>
              <a:t>Expression-bodied</a:t>
            </a:r>
            <a:r>
              <a:rPr lang="nl-BE" dirty="0"/>
              <a:t> members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548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1E6862E-C21F-4EB4-9703-B96C14187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41" y="1241685"/>
            <a:ext cx="7454610" cy="2926331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078653C0-FF41-4012-AE82-961035C0D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665" y="4194913"/>
            <a:ext cx="5547619" cy="1947753"/>
          </a:xfrm>
          <a:prstGeom prst="rect">
            <a:avLst/>
          </a:prstGeom>
        </p:spPr>
      </p:pic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B0D4C043-CBA1-42A2-A524-C01BB295E118}"/>
              </a:ext>
            </a:extLst>
          </p:cNvPr>
          <p:cNvCxnSpPr>
            <a:cxnSpLocks/>
          </p:cNvCxnSpPr>
          <p:nvPr/>
        </p:nvCxnSpPr>
        <p:spPr>
          <a:xfrm>
            <a:off x="5415820" y="3495050"/>
            <a:ext cx="594455" cy="20389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hoek 21">
            <a:extLst>
              <a:ext uri="{FF2B5EF4-FFF2-40B4-BE49-F238E27FC236}">
                <a16:creationId xmlns:a16="http://schemas.microsoft.com/office/drawing/2014/main" id="{9E194536-105D-4923-B0CE-95FEF536B500}"/>
              </a:ext>
            </a:extLst>
          </p:cNvPr>
          <p:cNvSpPr/>
          <p:nvPr/>
        </p:nvSpPr>
        <p:spPr>
          <a:xfrm>
            <a:off x="3721100" y="5616315"/>
            <a:ext cx="5139184" cy="35623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8071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878915" cy="369332"/>
          </a:xfrm>
        </p:spPr>
        <p:txBody>
          <a:bodyPr/>
          <a:lstStyle/>
          <a:p>
            <a:r>
              <a:rPr lang="nl-BE" dirty="0"/>
              <a:t>ENUM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CF153045-C05C-4C9B-A191-58919E0A8E8A}"/>
              </a:ext>
            </a:extLst>
          </p:cNvPr>
          <p:cNvCxnSpPr>
            <a:cxnSpLocks/>
          </p:cNvCxnSpPr>
          <p:nvPr/>
        </p:nvCxnSpPr>
        <p:spPr>
          <a:xfrm>
            <a:off x="1258172" y="2865576"/>
            <a:ext cx="0" cy="8976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ADCF50DB-800D-4730-AB9F-4BED5A534E0D}"/>
              </a:ext>
            </a:extLst>
          </p:cNvPr>
          <p:cNvCxnSpPr>
            <a:cxnSpLocks/>
          </p:cNvCxnSpPr>
          <p:nvPr/>
        </p:nvCxnSpPr>
        <p:spPr>
          <a:xfrm>
            <a:off x="3217850" y="4554711"/>
            <a:ext cx="108415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1BD1B660-B47E-4FDB-82EB-23801736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14390"/>
            <a:ext cx="3143250" cy="244792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C6615849-0779-43F9-B5FF-C49FF033B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06" y="1513770"/>
            <a:ext cx="2219325" cy="15240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F286E07-DDEF-4E20-AFD3-3EA38D526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45" y="4112276"/>
            <a:ext cx="2238375" cy="1457325"/>
          </a:xfrm>
          <a:prstGeom prst="rect">
            <a:avLst/>
          </a:prstGeom>
        </p:spPr>
      </p:pic>
      <p:sp>
        <p:nvSpPr>
          <p:cNvPr id="22" name="Rechthoek 1">
            <a:extLst>
              <a:ext uri="{FF2B5EF4-FFF2-40B4-BE49-F238E27FC236}">
                <a16:creationId xmlns:a16="http://schemas.microsoft.com/office/drawing/2014/main" id="{A2FA62AF-8E88-4F44-981A-C7A0AF591356}"/>
              </a:ext>
            </a:extLst>
          </p:cNvPr>
          <p:cNvSpPr/>
          <p:nvPr/>
        </p:nvSpPr>
        <p:spPr>
          <a:xfrm>
            <a:off x="1855101" y="4010844"/>
            <a:ext cx="725540" cy="3693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Rechthoek 1">
            <a:extLst>
              <a:ext uri="{FF2B5EF4-FFF2-40B4-BE49-F238E27FC236}">
                <a16:creationId xmlns:a16="http://schemas.microsoft.com/office/drawing/2014/main" id="{FA18860B-A4F0-4831-8351-FA91D607B679}"/>
              </a:ext>
            </a:extLst>
          </p:cNvPr>
          <p:cNvSpPr/>
          <p:nvPr/>
        </p:nvSpPr>
        <p:spPr>
          <a:xfrm>
            <a:off x="1855101" y="4538352"/>
            <a:ext cx="725539" cy="71944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232EF9EB-7723-47B6-AEC8-4175F7DF6AC1}"/>
              </a:ext>
            </a:extLst>
          </p:cNvPr>
          <p:cNvCxnSpPr>
            <a:cxnSpLocks/>
          </p:cNvCxnSpPr>
          <p:nvPr/>
        </p:nvCxnSpPr>
        <p:spPr>
          <a:xfrm>
            <a:off x="2306763" y="4315654"/>
            <a:ext cx="0" cy="3717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hoek 1">
            <a:extLst>
              <a:ext uri="{FF2B5EF4-FFF2-40B4-BE49-F238E27FC236}">
                <a16:creationId xmlns:a16="http://schemas.microsoft.com/office/drawing/2014/main" id="{9F1C27F2-0FE2-49C5-A57C-4FE43764B91C}"/>
              </a:ext>
            </a:extLst>
          </p:cNvPr>
          <p:cNvSpPr/>
          <p:nvPr/>
        </p:nvSpPr>
        <p:spPr>
          <a:xfrm>
            <a:off x="4571999" y="3303199"/>
            <a:ext cx="864701" cy="3693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F600714A-1DFB-4D34-9814-63B482A8D161}"/>
              </a:ext>
            </a:extLst>
          </p:cNvPr>
          <p:cNvSpPr/>
          <p:nvPr/>
        </p:nvSpPr>
        <p:spPr>
          <a:xfrm>
            <a:off x="2221992" y="507442"/>
            <a:ext cx="68151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400" dirty="0">
                <a:hlinkClick r:id="rId6"/>
              </a:rPr>
              <a:t>https://learn.microsoft.com/en-us/dotnet/csharp/language-reference/builtin-types/enum</a:t>
            </a:r>
            <a:endParaRPr lang="nl-BE" sz="1400" dirty="0"/>
          </a:p>
        </p:txBody>
      </p:sp>
    </p:spTree>
    <p:extLst>
      <p:ext uri="{BB962C8B-B14F-4D97-AF65-F5344CB8AC3E}">
        <p14:creationId xmlns:p14="http://schemas.microsoft.com/office/powerpoint/2010/main" val="819102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878915" cy="369332"/>
          </a:xfrm>
        </p:spPr>
        <p:txBody>
          <a:bodyPr/>
          <a:lstStyle/>
          <a:p>
            <a:r>
              <a:rPr lang="nl-BE"/>
              <a:t>ENUM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4" name="Text Placeholder 72">
            <a:extLst>
              <a:ext uri="{FF2B5EF4-FFF2-40B4-BE49-F238E27FC236}">
                <a16:creationId xmlns:a16="http://schemas.microsoft.com/office/drawing/2014/main" id="{21339E3B-5F4D-47A0-8567-CDE0FB57A5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Access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u="sng" dirty="0"/>
              <a:t>name</a:t>
            </a:r>
            <a:r>
              <a:rPr lang="nl-BE" dirty="0"/>
              <a:t> of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b="1" dirty="0" err="1"/>
              <a:t>Enum</a:t>
            </a:r>
            <a:r>
              <a:rPr lang="nl-BE" dirty="0"/>
              <a:t> element</a:t>
            </a:r>
            <a:br>
              <a:rPr lang="nl-BE" dirty="0"/>
            </a:b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Access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u="sng" dirty="0" err="1"/>
              <a:t>value</a:t>
            </a:r>
            <a:r>
              <a:rPr lang="nl-BE" dirty="0"/>
              <a:t> of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b="1" dirty="0" err="1"/>
              <a:t>Enum</a:t>
            </a:r>
            <a:r>
              <a:rPr lang="nl-BE" dirty="0"/>
              <a:t> element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285750" indent="-285750"/>
            <a:endParaRPr lang="nl-BE" dirty="0"/>
          </a:p>
          <a:p>
            <a:pPr marL="702900" lvl="1" indent="-342900">
              <a:buFont typeface="Arial" charset="0"/>
              <a:buChar char="•"/>
            </a:pPr>
            <a:endParaRPr lang="nl-BE" dirty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6127A6E1-D019-4970-A55A-5A0B887C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31" y="1717911"/>
            <a:ext cx="4738805" cy="489799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CC95860-BF1D-4E79-AC7E-59DD6DBC4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33" y="4173309"/>
            <a:ext cx="6272148" cy="489799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170493C-7B7E-4DDB-905A-804085858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31" y="2908594"/>
            <a:ext cx="5838578" cy="41807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88D11479-ABCF-4EDF-AF53-CBB1A2F80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52" y="2241377"/>
            <a:ext cx="4222074" cy="42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94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878915" cy="369332"/>
          </a:xfrm>
        </p:spPr>
        <p:txBody>
          <a:bodyPr/>
          <a:lstStyle/>
          <a:p>
            <a:r>
              <a:rPr lang="nl-BE"/>
              <a:t>ENUM</a:t>
            </a:r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4" name="Text Placeholder 72">
            <a:extLst>
              <a:ext uri="{FF2B5EF4-FFF2-40B4-BE49-F238E27FC236}">
                <a16:creationId xmlns:a16="http://schemas.microsoft.com/office/drawing/2014/main" id="{21339E3B-5F4D-47A0-8567-CDE0FB57A5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err="1"/>
              <a:t>entire</a:t>
            </a:r>
            <a:r>
              <a:rPr lang="nl-BE"/>
              <a:t> </a:t>
            </a:r>
            <a:r>
              <a:rPr lang="nl-BE" b="1" err="1"/>
              <a:t>Enum</a:t>
            </a:r>
            <a:endParaRPr lang="nl-BE" b="1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/>
              <a:t>The </a:t>
            </a:r>
            <a:r>
              <a:rPr lang="nl-BE" err="1"/>
              <a:t>use</a:t>
            </a:r>
            <a:r>
              <a:rPr lang="nl-BE"/>
              <a:t> of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u="sng" err="1"/>
              <a:t>Flags</a:t>
            </a:r>
            <a:r>
              <a:rPr lang="nl-BE" u="sng"/>
              <a:t> </a:t>
            </a:r>
            <a:r>
              <a:rPr lang="nl-BE" u="sng" err="1"/>
              <a:t>attribute</a:t>
            </a:r>
            <a:r>
              <a:rPr lang="nl-BE" u="sng"/>
              <a:t> </a:t>
            </a:r>
            <a:r>
              <a:rPr lang="nl-BE"/>
              <a:t>in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b="1" err="1"/>
              <a:t>Enum</a:t>
            </a:r>
            <a:br>
              <a:rPr lang="nl-BE"/>
            </a:br>
            <a:endParaRPr lang="nl-BE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/>
          </a:p>
          <a:p>
            <a:pPr marL="702900" lvl="1" indent="-342900">
              <a:buFont typeface="Arial" charset="0"/>
              <a:buChar char="•"/>
            </a:pPr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59AF3A7-28D9-44BC-A12A-01CDF1F31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297" y="3274576"/>
            <a:ext cx="6295405" cy="109033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9BFF5414-FBEE-44D9-931B-5306732FE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47" y="1596675"/>
            <a:ext cx="6593579" cy="1178234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3E3B8AC-1FF3-4DC1-AD27-EFDC59313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47" y="4474448"/>
            <a:ext cx="6862242" cy="1178234"/>
          </a:xfrm>
          <a:prstGeom prst="rect">
            <a:avLst/>
          </a:prstGeom>
        </p:spPr>
      </p:pic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B93A8FA6-16B9-4A95-84E1-CCED1FF7B9B4}"/>
              </a:ext>
            </a:extLst>
          </p:cNvPr>
          <p:cNvCxnSpPr/>
          <p:nvPr/>
        </p:nvCxnSpPr>
        <p:spPr>
          <a:xfrm>
            <a:off x="1648347" y="3303211"/>
            <a:ext cx="258418" cy="30880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D98E2DF7-3EE5-4BEB-94ED-6CFA0CBC20F9}"/>
              </a:ext>
            </a:extLst>
          </p:cNvPr>
          <p:cNvCxnSpPr>
            <a:cxnSpLocks/>
          </p:cNvCxnSpPr>
          <p:nvPr/>
        </p:nvCxnSpPr>
        <p:spPr>
          <a:xfrm flipV="1">
            <a:off x="1653674" y="3387548"/>
            <a:ext cx="281194" cy="18088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BBA67EBB-048E-4C21-BB7D-094332CFDA5D}"/>
              </a:ext>
            </a:extLst>
          </p:cNvPr>
          <p:cNvCxnSpPr/>
          <p:nvPr/>
        </p:nvCxnSpPr>
        <p:spPr>
          <a:xfrm>
            <a:off x="895372" y="4476575"/>
            <a:ext cx="258418" cy="30880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C9270ED1-4760-4957-ABD9-C0488F90674C}"/>
              </a:ext>
            </a:extLst>
          </p:cNvPr>
          <p:cNvCxnSpPr>
            <a:cxnSpLocks/>
          </p:cNvCxnSpPr>
          <p:nvPr/>
        </p:nvCxnSpPr>
        <p:spPr>
          <a:xfrm flipV="1">
            <a:off x="900699" y="4560912"/>
            <a:ext cx="281194" cy="18088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8221D43F-436E-4328-96B8-867A9DC4B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55" y="3571494"/>
            <a:ext cx="857250" cy="342900"/>
          </a:xfrm>
          <a:prstGeom prst="rect">
            <a:avLst/>
          </a:prstGeom>
        </p:spPr>
      </p:pic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9EA03AEC-361C-4981-93E5-F25ED509F23C}"/>
              </a:ext>
            </a:extLst>
          </p:cNvPr>
          <p:cNvCxnSpPr>
            <a:cxnSpLocks/>
          </p:cNvCxnSpPr>
          <p:nvPr/>
        </p:nvCxnSpPr>
        <p:spPr>
          <a:xfrm>
            <a:off x="989815" y="3985819"/>
            <a:ext cx="0" cy="4886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1915C40E-50EF-4FA1-8E7B-4B0333CDFB7A}"/>
              </a:ext>
            </a:extLst>
          </p:cNvPr>
          <p:cNvCxnSpPr>
            <a:cxnSpLocks/>
          </p:cNvCxnSpPr>
          <p:nvPr/>
        </p:nvCxnSpPr>
        <p:spPr>
          <a:xfrm flipV="1">
            <a:off x="1153790" y="3492163"/>
            <a:ext cx="376865" cy="1565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3420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2827205" cy="369332"/>
          </a:xfrm>
        </p:spPr>
        <p:txBody>
          <a:bodyPr/>
          <a:lstStyle/>
          <a:p>
            <a:r>
              <a:rPr lang="nl-BE" dirty="0"/>
              <a:t>Switch </a:t>
            </a:r>
            <a:r>
              <a:rPr lang="nl-BE" dirty="0" err="1"/>
              <a:t>Expressions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F600714A-1DFB-4D34-9814-63B482A8D161}"/>
              </a:ext>
            </a:extLst>
          </p:cNvPr>
          <p:cNvSpPr/>
          <p:nvPr/>
        </p:nvSpPr>
        <p:spPr>
          <a:xfrm>
            <a:off x="6850569" y="507442"/>
            <a:ext cx="2186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>
                <a:hlinkClick r:id="rId3"/>
              </a:rPr>
              <a:t>http://bit.ly/2YCwLrS</a:t>
            </a:r>
            <a:endParaRPr lang="nl-BE" dirty="0"/>
          </a:p>
        </p:txBody>
      </p:sp>
      <p:sp>
        <p:nvSpPr>
          <p:cNvPr id="17" name="Text Placeholder 72">
            <a:extLst>
              <a:ext uri="{FF2B5EF4-FFF2-40B4-BE49-F238E27FC236}">
                <a16:creationId xmlns:a16="http://schemas.microsoft.com/office/drawing/2014/main" id="{EB6A3207-718A-4ABF-ABB8-0E85FCE1A1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</p:spPr>
        <p:txBody>
          <a:bodyPr>
            <a:normAutofit/>
          </a:bodyPr>
          <a:lstStyle/>
          <a:p>
            <a:r>
              <a:rPr lang="en-US" dirty="0"/>
              <a:t>Normal switch				Switch Expression</a:t>
            </a:r>
          </a:p>
          <a:p>
            <a:endParaRPr lang="en-US" dirty="0"/>
          </a:p>
          <a:p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565207B-781E-48C0-9FFD-5F9683086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60" y="1830671"/>
            <a:ext cx="3794318" cy="2873064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5EF1036-7982-4DA2-B29A-2AA8DFE4E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90" y="2286128"/>
            <a:ext cx="4019550" cy="1962150"/>
          </a:xfrm>
          <a:prstGeom prst="rect">
            <a:avLst/>
          </a:prstGeom>
        </p:spPr>
      </p:pic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ADCF50DB-800D-4730-AB9F-4BED5A534E0D}"/>
              </a:ext>
            </a:extLst>
          </p:cNvPr>
          <p:cNvCxnSpPr>
            <a:cxnSpLocks/>
          </p:cNvCxnSpPr>
          <p:nvPr/>
        </p:nvCxnSpPr>
        <p:spPr>
          <a:xfrm>
            <a:off x="3907049" y="3366794"/>
            <a:ext cx="78990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hoek 1">
            <a:extLst>
              <a:ext uri="{FF2B5EF4-FFF2-40B4-BE49-F238E27FC236}">
                <a16:creationId xmlns:a16="http://schemas.microsoft.com/office/drawing/2014/main" id="{9F1C27F2-0FE2-49C5-A57C-4FE43764B91C}"/>
              </a:ext>
            </a:extLst>
          </p:cNvPr>
          <p:cNvSpPr/>
          <p:nvPr/>
        </p:nvSpPr>
        <p:spPr>
          <a:xfrm>
            <a:off x="5673599" y="2687429"/>
            <a:ext cx="835689" cy="2665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1247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A9412943-9B40-4BD3-8850-8F1E0A55F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39" y="3879371"/>
            <a:ext cx="6000750" cy="2105025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2416837" cy="369332"/>
          </a:xfrm>
        </p:spPr>
        <p:txBody>
          <a:bodyPr/>
          <a:lstStyle/>
          <a:p>
            <a:r>
              <a:rPr lang="nl-BE" dirty="0" err="1"/>
              <a:t>Deconstruction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7" name="Text Placeholder 72">
            <a:extLst>
              <a:ext uri="{FF2B5EF4-FFF2-40B4-BE49-F238E27FC236}">
                <a16:creationId xmlns:a16="http://schemas.microsoft.com/office/drawing/2014/main" id="{EB6A3207-718A-4ABF-ABB8-0E85FCE1A1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726800"/>
          </a:xfrm>
        </p:spPr>
        <p:txBody>
          <a:bodyPr>
            <a:normAutofit/>
          </a:bodyPr>
          <a:lstStyle/>
          <a:p>
            <a:r>
              <a:rPr lang="en-US" dirty="0"/>
              <a:t>						</a:t>
            </a:r>
          </a:p>
          <a:p>
            <a:endParaRPr lang="en-US" dirty="0"/>
          </a:p>
          <a:p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ABEC4EA-3267-4CCB-83B1-06555656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00" y="990873"/>
            <a:ext cx="4914709" cy="3420520"/>
          </a:xfrm>
          <a:prstGeom prst="rect">
            <a:avLst/>
          </a:prstGeom>
        </p:spPr>
      </p:pic>
      <p:sp>
        <p:nvSpPr>
          <p:cNvPr id="29" name="Rechthoek 1">
            <a:extLst>
              <a:ext uri="{FF2B5EF4-FFF2-40B4-BE49-F238E27FC236}">
                <a16:creationId xmlns:a16="http://schemas.microsoft.com/office/drawing/2014/main" id="{9F1C27F2-0FE2-49C5-A57C-4FE43764B91C}"/>
              </a:ext>
            </a:extLst>
          </p:cNvPr>
          <p:cNvSpPr/>
          <p:nvPr/>
        </p:nvSpPr>
        <p:spPr>
          <a:xfrm>
            <a:off x="4369481" y="3161956"/>
            <a:ext cx="4667649" cy="128601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hthoek 1">
            <a:extLst>
              <a:ext uri="{FF2B5EF4-FFF2-40B4-BE49-F238E27FC236}">
                <a16:creationId xmlns:a16="http://schemas.microsoft.com/office/drawing/2014/main" id="{F1B62908-DEE0-4C3A-BB29-2FE6A6B9D3F2}"/>
              </a:ext>
            </a:extLst>
          </p:cNvPr>
          <p:cNvSpPr/>
          <p:nvPr/>
        </p:nvSpPr>
        <p:spPr>
          <a:xfrm>
            <a:off x="172805" y="5204236"/>
            <a:ext cx="3695107" cy="36933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Pijl: links/omhoog 14">
            <a:extLst>
              <a:ext uri="{FF2B5EF4-FFF2-40B4-BE49-F238E27FC236}">
                <a16:creationId xmlns:a16="http://schemas.microsoft.com/office/drawing/2014/main" id="{A2880270-7A11-4B35-A698-69E5C3DE39AA}"/>
              </a:ext>
            </a:extLst>
          </p:cNvPr>
          <p:cNvSpPr/>
          <p:nvPr/>
        </p:nvSpPr>
        <p:spPr>
          <a:xfrm>
            <a:off x="6437376" y="4636008"/>
            <a:ext cx="822960" cy="859536"/>
          </a:xfrm>
          <a:prstGeom prst="leftUpArrow">
            <a:avLst>
              <a:gd name="adj1" fmla="val 1611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58764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1257224" cy="369332"/>
          </a:xfrm>
        </p:spPr>
        <p:txBody>
          <a:bodyPr/>
          <a:lstStyle/>
          <a:p>
            <a:r>
              <a:rPr lang="nl-BE" dirty="0" err="1"/>
              <a:t>Discard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7" name="Text Placeholder 72">
            <a:extLst>
              <a:ext uri="{FF2B5EF4-FFF2-40B4-BE49-F238E27FC236}">
                <a16:creationId xmlns:a16="http://schemas.microsoft.com/office/drawing/2014/main" id="{EB6A3207-718A-4ABF-ABB8-0E85FCE1A1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847584"/>
          </a:xfrm>
        </p:spPr>
        <p:txBody>
          <a:bodyPr>
            <a:normAutofit/>
          </a:bodyPr>
          <a:lstStyle/>
          <a:p>
            <a:r>
              <a:rPr lang="en-US" dirty="0"/>
              <a:t>Use the discard _ when a return value is not needed				</a:t>
            </a:r>
          </a:p>
          <a:p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Example 1: when using deconstruction…	</a:t>
            </a: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Example 2: when the return value is not what you need…	</a:t>
            </a:r>
          </a:p>
          <a:p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	</a:t>
            </a: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nl-BE" dirty="0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E6EA031A-7544-4991-B0D3-A1EAF5AC703C}"/>
              </a:ext>
            </a:extLst>
          </p:cNvPr>
          <p:cNvSpPr txBox="1"/>
          <p:nvPr/>
        </p:nvSpPr>
        <p:spPr>
          <a:xfrm>
            <a:off x="2024918" y="343190"/>
            <a:ext cx="71190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600" dirty="0">
                <a:hlinkClick r:id="rId3"/>
              </a:rPr>
              <a:t>https://docs.microsoft.com/en-us/dotnet/csharp/fundamentals/functional/discards</a:t>
            </a:r>
            <a:endParaRPr lang="nl-BE" sz="16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C414104-925B-4B37-968F-1846E4528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619" y="4669852"/>
            <a:ext cx="5197157" cy="1172692"/>
          </a:xfrm>
          <a:prstGeom prst="rect">
            <a:avLst/>
          </a:prstGeom>
        </p:spPr>
      </p:pic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67DF6920-3833-4D68-86BF-E83858ED9D32}"/>
              </a:ext>
            </a:extLst>
          </p:cNvPr>
          <p:cNvCxnSpPr>
            <a:cxnSpLocks/>
          </p:cNvCxnSpPr>
          <p:nvPr/>
        </p:nvCxnSpPr>
        <p:spPr>
          <a:xfrm>
            <a:off x="292650" y="3815092"/>
            <a:ext cx="9164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FC219775-F1EB-490D-ABFB-BDE4A6560854}"/>
              </a:ext>
            </a:extLst>
          </p:cNvPr>
          <p:cNvCxnSpPr>
            <a:cxnSpLocks/>
          </p:cNvCxnSpPr>
          <p:nvPr/>
        </p:nvCxnSpPr>
        <p:spPr>
          <a:xfrm>
            <a:off x="292651" y="5076465"/>
            <a:ext cx="9164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BAD59C63-A187-4B0A-A4C1-9D71E052C4C2}"/>
              </a:ext>
            </a:extLst>
          </p:cNvPr>
          <p:cNvCxnSpPr>
            <a:cxnSpLocks/>
          </p:cNvCxnSpPr>
          <p:nvPr/>
        </p:nvCxnSpPr>
        <p:spPr>
          <a:xfrm>
            <a:off x="4404049" y="5256198"/>
            <a:ext cx="270588" cy="2581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41AC5869-C1F0-4D22-B7C0-9ED3A7BE6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748" y="2046378"/>
            <a:ext cx="5197157" cy="217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4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B26CADD6-D533-4B92-91F4-D030ECC5F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249" y="1554922"/>
            <a:ext cx="7496085" cy="5163969"/>
          </a:xfrm>
          <a:prstGeom prst="rect">
            <a:avLst/>
          </a:prstGeom>
        </p:spPr>
      </p:pic>
      <p:sp>
        <p:nvSpPr>
          <p:cNvPr id="71" name="Title 70"/>
          <p:cNvSpPr>
            <a:spLocks noGrp="1"/>
          </p:cNvSpPr>
          <p:nvPr>
            <p:ph type="title"/>
          </p:nvPr>
        </p:nvSpPr>
        <p:spPr>
          <a:xfrm>
            <a:off x="360000" y="715334"/>
            <a:ext cx="2263653" cy="369332"/>
          </a:xfrm>
        </p:spPr>
        <p:txBody>
          <a:bodyPr/>
          <a:lstStyle/>
          <a:p>
            <a:r>
              <a:rPr lang="nl-BE" dirty="0" err="1"/>
              <a:t>Local</a:t>
            </a:r>
            <a:r>
              <a:rPr lang="nl-BE" dirty="0"/>
              <a:t> </a:t>
            </a:r>
            <a:r>
              <a:rPr lang="nl-BE" dirty="0" err="1"/>
              <a:t>function</a:t>
            </a:r>
            <a:endParaRPr lang="nl-BE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dirty="0"/>
              <a:t>.NET Technology: C# after Java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0F550FA-FCCC-4A7D-8E1A-87BCAA2E5874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3" name="Tekstvak 2"/>
          <p:cNvSpPr txBox="1"/>
          <p:nvPr/>
        </p:nvSpPr>
        <p:spPr>
          <a:xfrm>
            <a:off x="2580640" y="-751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7" name="Tekstvak 6"/>
          <p:cNvSpPr txBox="1"/>
          <p:nvPr/>
        </p:nvSpPr>
        <p:spPr>
          <a:xfrm>
            <a:off x="358775" y="37429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NL"/>
          </a:p>
        </p:txBody>
      </p:sp>
      <p:sp>
        <p:nvSpPr>
          <p:cNvPr id="17" name="Text Placeholder 72">
            <a:extLst>
              <a:ext uri="{FF2B5EF4-FFF2-40B4-BE49-F238E27FC236}">
                <a16:creationId xmlns:a16="http://schemas.microsoft.com/office/drawing/2014/main" id="{EB6A3207-718A-4ABF-ABB8-0E85FCE1A1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8774" y="1152000"/>
            <a:ext cx="8453921" cy="4847584"/>
          </a:xfrm>
        </p:spPr>
        <p:txBody>
          <a:bodyPr>
            <a:normAutofit/>
          </a:bodyPr>
          <a:lstStyle/>
          <a:p>
            <a:r>
              <a:rPr lang="en-US" dirty="0"/>
              <a:t>A function within a </a:t>
            </a:r>
            <a:r>
              <a:rPr lang="en-US"/>
              <a:t>function </a:t>
            </a:r>
            <a:r>
              <a:rPr lang="en-US" sz="1800" i="1"/>
              <a:t>(= code </a:t>
            </a:r>
            <a:r>
              <a:rPr lang="en-US" sz="1800" i="1" dirty="0"/>
              <a:t>block as a ‘call once’ function within a class)</a:t>
            </a:r>
            <a:r>
              <a:rPr lang="en-US" dirty="0"/>
              <a:t>			</a:t>
            </a: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nl-BE" dirty="0"/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E6EA031A-7544-4991-B0D3-A1EAF5AC703C}"/>
              </a:ext>
            </a:extLst>
          </p:cNvPr>
          <p:cNvSpPr txBox="1"/>
          <p:nvPr/>
        </p:nvSpPr>
        <p:spPr>
          <a:xfrm>
            <a:off x="970384" y="343190"/>
            <a:ext cx="8173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400" dirty="0">
                <a:hlinkClick r:id="rId4"/>
              </a:rPr>
              <a:t>https://www.youtube.com/watch?v=DY7DNqKKrgQ&amp;list=PLhtnK9s_PXx-qveYqVaZWTYBrfpRbTGFz&amp;index=182</a:t>
            </a:r>
            <a:endParaRPr lang="nl-BE" sz="1400" dirty="0"/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67DF6920-3833-4D68-86BF-E83858ED9D32}"/>
              </a:ext>
            </a:extLst>
          </p:cNvPr>
          <p:cNvCxnSpPr>
            <a:cxnSpLocks/>
          </p:cNvCxnSpPr>
          <p:nvPr/>
        </p:nvCxnSpPr>
        <p:spPr>
          <a:xfrm>
            <a:off x="753743" y="4243172"/>
            <a:ext cx="9164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43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Custom 16">
      <a:dk1>
        <a:sysClr val="windowText" lastClr="000000"/>
      </a:dk1>
      <a:lt1>
        <a:srgbClr val="EBEBEB"/>
      </a:lt1>
      <a:dk2>
        <a:srgbClr val="44C8F5"/>
      </a:dk2>
      <a:lt2>
        <a:srgbClr val="FFFFFF"/>
      </a:lt2>
      <a:accent1>
        <a:srgbClr val="44C8F5"/>
      </a:accent1>
      <a:accent2>
        <a:srgbClr val="ED008D"/>
      </a:accent2>
      <a:accent3>
        <a:srgbClr val="FEF100"/>
      </a:accent3>
      <a:accent4>
        <a:srgbClr val="D9F4FD"/>
      </a:accent4>
      <a:accent5>
        <a:srgbClr val="FFC8E8"/>
      </a:accent5>
      <a:accent6>
        <a:srgbClr val="FFFCCB"/>
      </a:accent6>
      <a:hlink>
        <a:srgbClr val="ED008D"/>
      </a:hlink>
      <a:folHlink>
        <a:srgbClr val="ED008D"/>
      </a:folHlink>
    </a:clrScheme>
    <a:fontScheme name="Howest">
      <a:majorFont>
        <a:latin typeface="Arial Rounded MT Bold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west_standaardpresentatie met Arial Rounded.potx" id="{0795B4E6-8E9F-4E43-BADA-5A34864EEC21}" vid="{4D128FDE-3744-479A-A59F-3D0A15FF59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DBBA710E49E488AD034C2604F7D5C" ma:contentTypeVersion="12" ma:contentTypeDescription="Een nieuw document maken." ma:contentTypeScope="" ma:versionID="c252e2e43962f1f42309e7575b348526">
  <xsd:schema xmlns:xsd="http://www.w3.org/2001/XMLSchema" xmlns:xs="http://www.w3.org/2001/XMLSchema" xmlns:p="http://schemas.microsoft.com/office/2006/metadata/properties" xmlns:ns2="f2b6115a-2f1e-453c-85f5-bb25065b95b2" xmlns:ns3="a1f681a2-1476-4da6-9b34-b04c0230af3c" targetNamespace="http://schemas.microsoft.com/office/2006/metadata/properties" ma:root="true" ma:fieldsID="79a4868d2350780674d21dc0ff185459" ns2:_="" ns3:_="">
    <xsd:import namespace="f2b6115a-2f1e-453c-85f5-bb25065b95b2"/>
    <xsd:import namespace="a1f681a2-1476-4da6-9b34-b04c0230af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6115a-2f1e-453c-85f5-bb25065b95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681a2-1476-4da6-9b34-b04c0230af3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BD4FDB-9DCF-448D-95D5-238DA510C6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BF6716-5AEB-47AF-9F1C-3388666C6A2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78C0982-743E-481F-BA89-0EAB056044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b6115a-2f1e-453c-85f5-bb25065b95b2"/>
    <ds:schemaRef ds:uri="a1f681a2-1476-4da6-9b34-b04c0230af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Howest_standaardpresentatie met Arial Rounded</Template>
  <TotalTime>0</TotalTime>
  <Words>1829</Words>
  <Application>Microsoft Office PowerPoint</Application>
  <PresentationFormat>On-screen Show (4:3)</PresentationFormat>
  <Paragraphs>401</Paragraphs>
  <Slides>42</Slides>
  <Notes>41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Arial Rounded MT Bold</vt:lpstr>
      <vt:lpstr>Calibri</vt:lpstr>
      <vt:lpstr>Cascadia Mono</vt:lpstr>
      <vt:lpstr>Consolas</vt:lpstr>
      <vt:lpstr>Segoe UI</vt:lpstr>
      <vt:lpstr>Wingdings</vt:lpstr>
      <vt:lpstr>Office-thema</vt:lpstr>
      <vt:lpstr>.NET Technology</vt:lpstr>
      <vt:lpstr>PowerPoint Presentation</vt:lpstr>
      <vt:lpstr>Content</vt:lpstr>
      <vt:lpstr>C# - Java</vt:lpstr>
      <vt:lpstr>Your first C# program: dissection</vt:lpstr>
      <vt:lpstr>Your first C# program: dissection</vt:lpstr>
      <vt:lpstr>Your first C# program: dissection</vt:lpstr>
      <vt:lpstr>Your first C# program: dissection</vt:lpstr>
      <vt:lpstr>Your first C# program: dissection</vt:lpstr>
      <vt:lpstr>Your first C# program: however… default in .NET 8</vt:lpstr>
      <vt:lpstr>Your first C# program: however… default in .NET 8</vt:lpstr>
      <vt:lpstr>Your first C# program: however… default in .NET 8</vt:lpstr>
      <vt:lpstr>DATA TYPES</vt:lpstr>
      <vt:lpstr>VARIABLE DECLARATIon – METHOD 1</vt:lpstr>
      <vt:lpstr>VARIABLE DECLARATIon – METHOD 2</vt:lpstr>
      <vt:lpstr>Automatic Properties</vt:lpstr>
      <vt:lpstr>Object Initializer</vt:lpstr>
      <vt:lpstr>Primary constructors</vt:lpstr>
      <vt:lpstr>Oop IN C# - override</vt:lpstr>
      <vt:lpstr>Oop IN C# - inheritance</vt:lpstr>
      <vt:lpstr>Oop IN C# - Defining INTERFACES</vt:lpstr>
      <vt:lpstr>Oop IN C# - Implementing INTERFACES</vt:lpstr>
      <vt:lpstr>Oop IN C# - Access modifiers</vt:lpstr>
      <vt:lpstr>Oop IN C# - Methods and properties OVERRIDing</vt:lpstr>
      <vt:lpstr>Oop IN C# - FINAL / SEALED CLASSES</vt:lpstr>
      <vt:lpstr>Oop IN C# - FINAL / SEALED METHODS</vt:lpstr>
      <vt:lpstr>GENERIC COLLECTIONS</vt:lpstr>
      <vt:lpstr>GENERIC COLLECTIONS – Interface hierarchy</vt:lpstr>
      <vt:lpstr>GENERIC COLLECTIONS - Dictionary</vt:lpstr>
      <vt:lpstr>GENERIC COLLECTIONS – Interface hierarchy</vt:lpstr>
      <vt:lpstr>Nullable types</vt:lpstr>
      <vt:lpstr>Null coalescing: ?? En ??=</vt:lpstr>
      <vt:lpstr>String interpolation</vt:lpstr>
      <vt:lpstr>Expression-bodied members</vt:lpstr>
      <vt:lpstr>Expression-bodied members</vt:lpstr>
      <vt:lpstr>ENUM</vt:lpstr>
      <vt:lpstr>ENUM</vt:lpstr>
      <vt:lpstr>ENUM</vt:lpstr>
      <vt:lpstr>Switch Expressions</vt:lpstr>
      <vt:lpstr>Deconstruction</vt:lpstr>
      <vt:lpstr>Discard</vt:lpstr>
      <vt:lpstr>Local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WEB TECH</dc:title>
  <dc:creator>Microsoft Office-gebruiker</dc:creator>
  <cp:lastModifiedBy>Siegfried DERDEYN</cp:lastModifiedBy>
  <cp:revision>14</cp:revision>
  <cp:lastPrinted>2019-02-12T09:26:20Z</cp:lastPrinted>
  <dcterms:created xsi:type="dcterms:W3CDTF">2016-09-12T07:28:50Z</dcterms:created>
  <dcterms:modified xsi:type="dcterms:W3CDTF">2025-11-06T13:58:01Z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0x010100B0EDBBA710E49E488AD034C2604F7D5C</vt:lpwstr>
  </property>
  <property fmtid="{D5CDD505-2E9C-101B-9397-08002B2CF9AE}" pid="3" name="Kernteam">
    <vt:lpwstr>45;#TI|a7fece31-07e2-4c0a-9f38-c0563f047e67</vt:lpwstr>
  </property>
</Properties>
</file>